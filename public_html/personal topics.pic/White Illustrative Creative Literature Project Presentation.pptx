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DM Sans Bold" charset="1" panose="00000000000000000000"/>
      <p:regular r:id="rId23"/>
    </p:embeddedFont>
    <p:embeddedFont>
      <p:font typeface="DM Sans" charset="1" panose="00000000000000000000"/>
      <p:regular r:id="rId24"/>
    </p:embeddedFont>
    <p:embeddedFont>
      <p:font typeface="Carelia" charset="1" panose="000005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jpeg" Type="http://schemas.openxmlformats.org/officeDocument/2006/relationships/image"/><Relationship Id="rId11" Target="../media/image22.jpeg" Type="http://schemas.openxmlformats.org/officeDocument/2006/relationships/image"/><Relationship Id="rId12" Target="../media/image23.jpeg" Type="http://schemas.openxmlformats.org/officeDocument/2006/relationships/image"/><Relationship Id="rId13" Target="../media/image24.jpeg" Type="http://schemas.openxmlformats.org/officeDocument/2006/relationships/image"/><Relationship Id="rId14" Target="../media/image25.jpeg" Type="http://schemas.openxmlformats.org/officeDocument/2006/relationships/image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15.jpeg" Type="http://schemas.openxmlformats.org/officeDocument/2006/relationships/image"/><Relationship Id="rId5" Target="../media/image16.jpeg" Type="http://schemas.openxmlformats.org/officeDocument/2006/relationships/image"/><Relationship Id="rId6" Target="../media/image17.jpeg" Type="http://schemas.openxmlformats.org/officeDocument/2006/relationships/image"/><Relationship Id="rId7" Target="../media/image18.jpeg" Type="http://schemas.openxmlformats.org/officeDocument/2006/relationships/image"/><Relationship Id="rId8" Target="../media/image19.jpeg" Type="http://schemas.openxmlformats.org/officeDocument/2006/relationships/image"/><Relationship Id="rId9" Target="../media/image20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26.jpeg" Type="http://schemas.openxmlformats.org/officeDocument/2006/relationships/image"/><Relationship Id="rId5" Target="../media/image27.jpeg" Type="http://schemas.openxmlformats.org/officeDocument/2006/relationships/image"/><Relationship Id="rId6" Target="../media/image28.jpeg" Type="http://schemas.openxmlformats.org/officeDocument/2006/relationships/image"/><Relationship Id="rId7" Target="../media/image29.jpeg" Type="http://schemas.openxmlformats.org/officeDocument/2006/relationships/image"/><Relationship Id="rId8" Target="../media/image30.jpeg" Type="http://schemas.openxmlformats.org/officeDocument/2006/relationships/image"/><Relationship Id="rId9" Target="../media/image3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2.jpeg" Type="http://schemas.openxmlformats.org/officeDocument/2006/relationships/image"/><Relationship Id="rId4" Target="../media/image8.png" Type="http://schemas.openxmlformats.org/officeDocument/2006/relationships/image"/><Relationship Id="rId5" Target="../media/image33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4.jpeg" Type="http://schemas.openxmlformats.org/officeDocument/2006/relationships/image"/><Relationship Id="rId4" Target="../media/image8.png" Type="http://schemas.openxmlformats.org/officeDocument/2006/relationships/image"/><Relationship Id="rId5" Target="../media/image35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6.jpeg" Type="http://schemas.openxmlformats.org/officeDocument/2006/relationships/image"/><Relationship Id="rId4" Target="../media/image8.png" Type="http://schemas.openxmlformats.org/officeDocument/2006/relationships/image"/><Relationship Id="rId5" Target="../media/image37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38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9.jpeg" Type="http://schemas.openxmlformats.org/officeDocument/2006/relationships/image"/><Relationship Id="rId4" Target="../media/image40.jpe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41.png" Type="http://schemas.openxmlformats.org/officeDocument/2006/relationships/image"/><Relationship Id="rId5" Target="../media/image4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029971" y="4533344"/>
            <a:ext cx="10228058" cy="1710875"/>
          </a:xfrm>
          <a:custGeom>
            <a:avLst/>
            <a:gdLst/>
            <a:ahLst/>
            <a:cxnLst/>
            <a:rect r="r" b="b" t="t" l="l"/>
            <a:pathLst>
              <a:path h="1710875" w="10228058">
                <a:moveTo>
                  <a:pt x="0" y="0"/>
                </a:moveTo>
                <a:lnTo>
                  <a:pt x="10228058" y="0"/>
                </a:lnTo>
                <a:lnTo>
                  <a:pt x="10228058" y="1710875"/>
                </a:lnTo>
                <a:lnTo>
                  <a:pt x="0" y="17108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718992" y="3749608"/>
            <a:ext cx="10850017" cy="2131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38"/>
              </a:lnSpc>
            </a:pPr>
            <a:r>
              <a:rPr lang="en-US" b="true" sz="12456">
                <a:solidFill>
                  <a:srgbClr val="01070A"/>
                </a:solidFill>
                <a:latin typeface="DM Sans Bold"/>
                <a:ea typeface="DM Sans Bold"/>
                <a:cs typeface="DM Sans Bold"/>
                <a:sym typeface="DM Sans Bold"/>
              </a:rPr>
              <a:t>糖果合成大賽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3427660" y="5676216"/>
            <a:ext cx="4206580" cy="4114800"/>
          </a:xfrm>
          <a:custGeom>
            <a:avLst/>
            <a:gdLst/>
            <a:ahLst/>
            <a:cxnLst/>
            <a:rect r="r" b="b" t="t" l="l"/>
            <a:pathLst>
              <a:path h="4114800" w="4206580">
                <a:moveTo>
                  <a:pt x="0" y="0"/>
                </a:moveTo>
                <a:lnTo>
                  <a:pt x="4206580" y="0"/>
                </a:lnTo>
                <a:lnTo>
                  <a:pt x="420658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58764" y="467186"/>
            <a:ext cx="2625991" cy="4114800"/>
          </a:xfrm>
          <a:custGeom>
            <a:avLst/>
            <a:gdLst/>
            <a:ahLst/>
            <a:cxnLst/>
            <a:rect r="r" b="b" t="t" l="l"/>
            <a:pathLst>
              <a:path h="4114800" w="2625991">
                <a:moveTo>
                  <a:pt x="0" y="0"/>
                </a:moveTo>
                <a:lnTo>
                  <a:pt x="2625991" y="0"/>
                </a:lnTo>
                <a:lnTo>
                  <a:pt x="262599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235142" y="1709465"/>
            <a:ext cx="3001556" cy="2101089"/>
          </a:xfrm>
          <a:custGeom>
            <a:avLst/>
            <a:gdLst/>
            <a:ahLst/>
            <a:cxnLst/>
            <a:rect r="r" b="b" t="t" l="l"/>
            <a:pathLst>
              <a:path h="2101089" w="3001556">
                <a:moveTo>
                  <a:pt x="0" y="0"/>
                </a:moveTo>
                <a:lnTo>
                  <a:pt x="3001556" y="0"/>
                </a:lnTo>
                <a:lnTo>
                  <a:pt x="3001556" y="2101089"/>
                </a:lnTo>
                <a:lnTo>
                  <a:pt x="0" y="210108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622403" y="-589740"/>
            <a:ext cx="9048214" cy="12247451"/>
            <a:chOff x="0" y="0"/>
            <a:chExt cx="2383069" cy="32256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83069" cy="3225666"/>
            </a:xfrm>
            <a:custGeom>
              <a:avLst/>
              <a:gdLst/>
              <a:ahLst/>
              <a:cxnLst/>
              <a:rect r="r" b="b" t="t" l="l"/>
              <a:pathLst>
                <a:path h="3225666" w="2383069">
                  <a:moveTo>
                    <a:pt x="0" y="0"/>
                  </a:moveTo>
                  <a:lnTo>
                    <a:pt x="2383069" y="0"/>
                  </a:lnTo>
                  <a:lnTo>
                    <a:pt x="2383069" y="3225666"/>
                  </a:lnTo>
                  <a:lnTo>
                    <a:pt x="0" y="322566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383069" cy="32732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3052720" y="5533986"/>
            <a:ext cx="4206580" cy="4114800"/>
          </a:xfrm>
          <a:custGeom>
            <a:avLst/>
            <a:gdLst/>
            <a:ahLst/>
            <a:cxnLst/>
            <a:rect r="r" b="b" t="t" l="l"/>
            <a:pathLst>
              <a:path h="4114800" w="4206580">
                <a:moveTo>
                  <a:pt x="0" y="0"/>
                </a:moveTo>
                <a:lnTo>
                  <a:pt x="4206580" y="0"/>
                </a:lnTo>
                <a:lnTo>
                  <a:pt x="420658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53538" y="5533986"/>
            <a:ext cx="2625991" cy="4114800"/>
          </a:xfrm>
          <a:custGeom>
            <a:avLst/>
            <a:gdLst/>
            <a:ahLst/>
            <a:cxnLst/>
            <a:rect r="r" b="b" t="t" l="l"/>
            <a:pathLst>
              <a:path h="4114800" w="2625991">
                <a:moveTo>
                  <a:pt x="0" y="0"/>
                </a:moveTo>
                <a:lnTo>
                  <a:pt x="2625991" y="0"/>
                </a:lnTo>
                <a:lnTo>
                  <a:pt x="262599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449169" y="1472246"/>
            <a:ext cx="5394683" cy="1194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764"/>
              </a:lnSpc>
              <a:spcBef>
                <a:spcPct val="0"/>
              </a:spcBef>
            </a:pPr>
            <a:r>
              <a:rPr lang="en-US" b="true" sz="6974">
                <a:solidFill>
                  <a:srgbClr val="01070A"/>
                </a:solidFill>
                <a:latin typeface="DM Sans Bold"/>
                <a:ea typeface="DM Sans Bold"/>
                <a:cs typeface="DM Sans Bold"/>
                <a:sym typeface="DM Sans Bold"/>
              </a:rPr>
              <a:t>目錄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542705" y="2894741"/>
            <a:ext cx="4903846" cy="38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50553" indent="-475277" lvl="1">
              <a:lnSpc>
                <a:spcPts val="6163"/>
              </a:lnSpc>
              <a:buFont typeface="Arial"/>
              <a:buChar char="•"/>
            </a:pPr>
            <a:r>
              <a:rPr lang="en-US" sz="4402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遊戲類型</a:t>
            </a:r>
          </a:p>
          <a:p>
            <a:pPr algn="l" marL="950553" indent="-475277" lvl="1">
              <a:lnSpc>
                <a:spcPts val="6163"/>
              </a:lnSpc>
              <a:buFont typeface="Arial"/>
              <a:buChar char="•"/>
            </a:pPr>
            <a:r>
              <a:rPr lang="en-US" sz="4402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故事背景</a:t>
            </a:r>
          </a:p>
          <a:p>
            <a:pPr algn="l" marL="950553" indent="-475277" lvl="1">
              <a:lnSpc>
                <a:spcPts val="6163"/>
              </a:lnSpc>
              <a:buFont typeface="Arial"/>
              <a:buChar char="•"/>
            </a:pPr>
            <a:r>
              <a:rPr lang="en-US" sz="4402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操作方式</a:t>
            </a:r>
          </a:p>
          <a:p>
            <a:pPr algn="l" marL="950553" indent="-475277" lvl="1">
              <a:lnSpc>
                <a:spcPts val="6163"/>
              </a:lnSpc>
              <a:buFont typeface="Arial"/>
              <a:buChar char="•"/>
            </a:pPr>
            <a:r>
              <a:rPr lang="en-US" sz="4402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遊戲規則</a:t>
            </a:r>
          </a:p>
          <a:p>
            <a:pPr algn="l" marL="950553" indent="-475277" lvl="1">
              <a:lnSpc>
                <a:spcPts val="6163"/>
              </a:lnSpc>
              <a:buFont typeface="Arial"/>
              <a:buChar char="•"/>
            </a:pPr>
            <a:r>
              <a:rPr lang="en-US" sz="4402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遊戲模式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146510" y="2894741"/>
            <a:ext cx="4903846" cy="3098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50553" indent="-475277" lvl="1">
              <a:lnSpc>
                <a:spcPts val="6163"/>
              </a:lnSpc>
              <a:buFont typeface="Arial"/>
              <a:buChar char="•"/>
            </a:pPr>
            <a:r>
              <a:rPr lang="en-US" sz="4402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角色設計</a:t>
            </a:r>
          </a:p>
          <a:p>
            <a:pPr algn="l" marL="950553" indent="-475277" lvl="1">
              <a:lnSpc>
                <a:spcPts val="6163"/>
              </a:lnSpc>
              <a:buFont typeface="Arial"/>
              <a:buChar char="•"/>
            </a:pPr>
            <a:r>
              <a:rPr lang="en-US" sz="4402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介面設計</a:t>
            </a:r>
          </a:p>
          <a:p>
            <a:pPr algn="l" marL="950553" indent="-475277" lvl="1">
              <a:lnSpc>
                <a:spcPts val="6163"/>
              </a:lnSpc>
              <a:buFont typeface="Arial"/>
              <a:buChar char="•"/>
            </a:pPr>
            <a:r>
              <a:rPr lang="en-US" sz="4402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遊戲流程</a:t>
            </a:r>
          </a:p>
          <a:p>
            <a:pPr algn="l" marL="950553" indent="-475277" lvl="1">
              <a:lnSpc>
                <a:spcPts val="6163"/>
              </a:lnSpc>
              <a:buFont typeface="Arial"/>
              <a:buChar char="•"/>
            </a:pPr>
            <a:r>
              <a:rPr lang="en-US" sz="4402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參考資料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037331" y="2030095"/>
            <a:ext cx="13293258" cy="6791564"/>
            <a:chOff x="0" y="0"/>
            <a:chExt cx="3501105" cy="17887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501105" cy="1788725"/>
            </a:xfrm>
            <a:custGeom>
              <a:avLst/>
              <a:gdLst/>
              <a:ahLst/>
              <a:cxnLst/>
              <a:rect r="r" b="b" t="t" l="l"/>
              <a:pathLst>
                <a:path h="1788725" w="3501105">
                  <a:moveTo>
                    <a:pt x="0" y="0"/>
                  </a:moveTo>
                  <a:lnTo>
                    <a:pt x="3501105" y="0"/>
                  </a:lnTo>
                  <a:lnTo>
                    <a:pt x="3501105" y="1788725"/>
                  </a:lnTo>
                  <a:lnTo>
                    <a:pt x="0" y="1788725"/>
                  </a:lnTo>
                  <a:close/>
                </a:path>
              </a:pathLst>
            </a:custGeom>
            <a:solidFill>
              <a:srgbClr val="000000">
                <a:alpha val="31765"/>
              </a:srgbClr>
            </a:solidFill>
            <a:ln w="38100" cap="sq">
              <a:solidFill>
                <a:srgbClr val="000000">
                  <a:alpha val="31765"/>
                </a:srgbClr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3501105" cy="1836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47716">
            <a:off x="2497371" y="1747718"/>
            <a:ext cx="13293258" cy="6791564"/>
            <a:chOff x="0" y="0"/>
            <a:chExt cx="3501105" cy="17887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501105" cy="1788725"/>
            </a:xfrm>
            <a:custGeom>
              <a:avLst/>
              <a:gdLst/>
              <a:ahLst/>
              <a:cxnLst/>
              <a:rect r="r" b="b" t="t" l="l"/>
              <a:pathLst>
                <a:path h="1788725" w="3501105">
                  <a:moveTo>
                    <a:pt x="6406" y="0"/>
                  </a:moveTo>
                  <a:lnTo>
                    <a:pt x="3494699" y="0"/>
                  </a:lnTo>
                  <a:cubicBezTo>
                    <a:pt x="3496397" y="0"/>
                    <a:pt x="3498027" y="675"/>
                    <a:pt x="3499229" y="1876"/>
                  </a:cubicBezTo>
                  <a:cubicBezTo>
                    <a:pt x="3500430" y="3078"/>
                    <a:pt x="3501105" y="4707"/>
                    <a:pt x="3501105" y="6406"/>
                  </a:cubicBezTo>
                  <a:lnTo>
                    <a:pt x="3501105" y="1782318"/>
                  </a:lnTo>
                  <a:cubicBezTo>
                    <a:pt x="3501105" y="1785856"/>
                    <a:pt x="3498237" y="1788725"/>
                    <a:pt x="3494699" y="1788725"/>
                  </a:cubicBezTo>
                  <a:lnTo>
                    <a:pt x="6406" y="1788725"/>
                  </a:lnTo>
                  <a:cubicBezTo>
                    <a:pt x="4707" y="1788725"/>
                    <a:pt x="3078" y="1788050"/>
                    <a:pt x="1876" y="1786848"/>
                  </a:cubicBezTo>
                  <a:cubicBezTo>
                    <a:pt x="675" y="1785647"/>
                    <a:pt x="0" y="1784017"/>
                    <a:pt x="0" y="1782318"/>
                  </a:cubicBezTo>
                  <a:lnTo>
                    <a:pt x="0" y="6406"/>
                  </a:lnTo>
                  <a:cubicBezTo>
                    <a:pt x="0" y="4707"/>
                    <a:pt x="675" y="3078"/>
                    <a:pt x="1876" y="1876"/>
                  </a:cubicBezTo>
                  <a:cubicBezTo>
                    <a:pt x="3078" y="675"/>
                    <a:pt x="4707" y="0"/>
                    <a:pt x="6406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3501105" cy="1836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6928985" y="1314623"/>
            <a:ext cx="3667332" cy="946839"/>
          </a:xfrm>
          <a:custGeom>
            <a:avLst/>
            <a:gdLst/>
            <a:ahLst/>
            <a:cxnLst/>
            <a:rect r="r" b="b" t="t" l="l"/>
            <a:pathLst>
              <a:path h="946839" w="3667332">
                <a:moveTo>
                  <a:pt x="0" y="0"/>
                </a:moveTo>
                <a:lnTo>
                  <a:pt x="3667333" y="0"/>
                </a:lnTo>
                <a:lnTo>
                  <a:pt x="3667333" y="946839"/>
                </a:lnTo>
                <a:lnTo>
                  <a:pt x="0" y="9468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080728" y="2783250"/>
            <a:ext cx="6126543" cy="1227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074"/>
              </a:lnSpc>
              <a:spcBef>
                <a:spcPct val="0"/>
              </a:spcBef>
            </a:pPr>
            <a:r>
              <a:rPr lang="en-US" b="true" sz="7196">
                <a:solidFill>
                  <a:srgbClr val="01070A"/>
                </a:solidFill>
                <a:latin typeface="DM Sans Bold"/>
                <a:ea typeface="DM Sans Bold"/>
                <a:cs typeface="DM Sans Bold"/>
                <a:sym typeface="DM Sans Bold"/>
              </a:rPr>
              <a:t>遊戲類型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130869" y="4908712"/>
            <a:ext cx="4026262" cy="1465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7"/>
              </a:lnSpc>
            </a:pPr>
            <a:r>
              <a:rPr lang="en-US" sz="4240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合成類益智遊戲</a:t>
            </a:r>
          </a:p>
          <a:p>
            <a:pPr algn="l">
              <a:lnSpc>
                <a:spcPts val="5937"/>
              </a:lnSpc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3352019" y="5425877"/>
            <a:ext cx="4206580" cy="4114800"/>
          </a:xfrm>
          <a:custGeom>
            <a:avLst/>
            <a:gdLst/>
            <a:ahLst/>
            <a:cxnLst/>
            <a:rect r="r" b="b" t="t" l="l"/>
            <a:pathLst>
              <a:path h="4114800" w="4206580">
                <a:moveTo>
                  <a:pt x="0" y="0"/>
                </a:moveTo>
                <a:lnTo>
                  <a:pt x="4206580" y="0"/>
                </a:lnTo>
                <a:lnTo>
                  <a:pt x="420658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037331" y="2030095"/>
            <a:ext cx="13293258" cy="6791564"/>
            <a:chOff x="0" y="0"/>
            <a:chExt cx="3501105" cy="17887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501105" cy="1788725"/>
            </a:xfrm>
            <a:custGeom>
              <a:avLst/>
              <a:gdLst/>
              <a:ahLst/>
              <a:cxnLst/>
              <a:rect r="r" b="b" t="t" l="l"/>
              <a:pathLst>
                <a:path h="1788725" w="3501105">
                  <a:moveTo>
                    <a:pt x="0" y="0"/>
                  </a:moveTo>
                  <a:lnTo>
                    <a:pt x="3501105" y="0"/>
                  </a:lnTo>
                  <a:lnTo>
                    <a:pt x="3501105" y="1788725"/>
                  </a:lnTo>
                  <a:lnTo>
                    <a:pt x="0" y="1788725"/>
                  </a:lnTo>
                  <a:close/>
                </a:path>
              </a:pathLst>
            </a:custGeom>
            <a:solidFill>
              <a:srgbClr val="000000">
                <a:alpha val="31765"/>
              </a:srgbClr>
            </a:solidFill>
            <a:ln w="38100" cap="sq">
              <a:solidFill>
                <a:srgbClr val="000000">
                  <a:alpha val="31765"/>
                </a:srgbClr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3501105" cy="1836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47716">
            <a:off x="2497371" y="1747718"/>
            <a:ext cx="13293258" cy="6791564"/>
            <a:chOff x="0" y="0"/>
            <a:chExt cx="3501105" cy="17887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501105" cy="1788725"/>
            </a:xfrm>
            <a:custGeom>
              <a:avLst/>
              <a:gdLst/>
              <a:ahLst/>
              <a:cxnLst/>
              <a:rect r="r" b="b" t="t" l="l"/>
              <a:pathLst>
                <a:path h="1788725" w="3501105">
                  <a:moveTo>
                    <a:pt x="6406" y="0"/>
                  </a:moveTo>
                  <a:lnTo>
                    <a:pt x="3494699" y="0"/>
                  </a:lnTo>
                  <a:cubicBezTo>
                    <a:pt x="3496397" y="0"/>
                    <a:pt x="3498027" y="675"/>
                    <a:pt x="3499229" y="1876"/>
                  </a:cubicBezTo>
                  <a:cubicBezTo>
                    <a:pt x="3500430" y="3078"/>
                    <a:pt x="3501105" y="4707"/>
                    <a:pt x="3501105" y="6406"/>
                  </a:cubicBezTo>
                  <a:lnTo>
                    <a:pt x="3501105" y="1782318"/>
                  </a:lnTo>
                  <a:cubicBezTo>
                    <a:pt x="3501105" y="1785856"/>
                    <a:pt x="3498237" y="1788725"/>
                    <a:pt x="3494699" y="1788725"/>
                  </a:cubicBezTo>
                  <a:lnTo>
                    <a:pt x="6406" y="1788725"/>
                  </a:lnTo>
                  <a:cubicBezTo>
                    <a:pt x="4707" y="1788725"/>
                    <a:pt x="3078" y="1788050"/>
                    <a:pt x="1876" y="1786848"/>
                  </a:cubicBezTo>
                  <a:cubicBezTo>
                    <a:pt x="675" y="1785647"/>
                    <a:pt x="0" y="1784017"/>
                    <a:pt x="0" y="1782318"/>
                  </a:cubicBezTo>
                  <a:lnTo>
                    <a:pt x="0" y="6406"/>
                  </a:lnTo>
                  <a:cubicBezTo>
                    <a:pt x="0" y="4707"/>
                    <a:pt x="675" y="3078"/>
                    <a:pt x="1876" y="1876"/>
                  </a:cubicBezTo>
                  <a:cubicBezTo>
                    <a:pt x="3078" y="675"/>
                    <a:pt x="4707" y="0"/>
                    <a:pt x="6406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3501105" cy="1836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6928985" y="1314623"/>
            <a:ext cx="3667332" cy="946839"/>
          </a:xfrm>
          <a:custGeom>
            <a:avLst/>
            <a:gdLst/>
            <a:ahLst/>
            <a:cxnLst/>
            <a:rect r="r" b="b" t="t" l="l"/>
            <a:pathLst>
              <a:path h="946839" w="3667332">
                <a:moveTo>
                  <a:pt x="0" y="0"/>
                </a:moveTo>
                <a:lnTo>
                  <a:pt x="3667333" y="0"/>
                </a:lnTo>
                <a:lnTo>
                  <a:pt x="3667333" y="946839"/>
                </a:lnTo>
                <a:lnTo>
                  <a:pt x="0" y="9468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657444" y="2557987"/>
            <a:ext cx="6210416" cy="1193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791"/>
              </a:lnSpc>
              <a:spcBef>
                <a:spcPct val="0"/>
              </a:spcBef>
            </a:pPr>
            <a:r>
              <a:rPr lang="en-US" b="true" sz="6993">
                <a:solidFill>
                  <a:srgbClr val="01070A"/>
                </a:solidFill>
                <a:latin typeface="DM Sans Bold"/>
                <a:ea typeface="DM Sans Bold"/>
                <a:cs typeface="DM Sans Bold"/>
                <a:sym typeface="DM Sans Bold"/>
              </a:rPr>
              <a:t>故事背景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351781" y="4125840"/>
            <a:ext cx="9584438" cy="3510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76"/>
              </a:lnSpc>
            </a:pPr>
            <a:r>
              <a:rPr lang="en-US" sz="3340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糖果合成比賽是糖果國最重要的比賽，勝者能對回憶糖果許一個願望，任何願望回憶糖果都能幫你實現，所有人都想在比賽中勝出，而你是今年參賽選手中最有可能勝出的人，合成出最厲害的糖果獲得勝利</a:t>
            </a:r>
          </a:p>
          <a:p>
            <a:pPr algn="l">
              <a:lnSpc>
                <a:spcPts val="4676"/>
              </a:lnSpc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3352019" y="5718927"/>
            <a:ext cx="4206580" cy="4114800"/>
          </a:xfrm>
          <a:custGeom>
            <a:avLst/>
            <a:gdLst/>
            <a:ahLst/>
            <a:cxnLst/>
            <a:rect r="r" b="b" t="t" l="l"/>
            <a:pathLst>
              <a:path h="4114800" w="4206580">
                <a:moveTo>
                  <a:pt x="0" y="0"/>
                </a:moveTo>
                <a:lnTo>
                  <a:pt x="4206580" y="0"/>
                </a:lnTo>
                <a:lnTo>
                  <a:pt x="420658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426602" y="2606487"/>
            <a:ext cx="5841423" cy="6299574"/>
          </a:xfrm>
          <a:custGeom>
            <a:avLst/>
            <a:gdLst/>
            <a:ahLst/>
            <a:cxnLst/>
            <a:rect r="r" b="b" t="t" l="l"/>
            <a:pathLst>
              <a:path h="6299574" w="5841423">
                <a:moveTo>
                  <a:pt x="0" y="0"/>
                </a:moveTo>
                <a:lnTo>
                  <a:pt x="5841423" y="0"/>
                </a:lnTo>
                <a:lnTo>
                  <a:pt x="5841423" y="6299574"/>
                </a:lnTo>
                <a:lnTo>
                  <a:pt x="0" y="62995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067101" y="3769189"/>
            <a:ext cx="2560425" cy="707608"/>
          </a:xfrm>
          <a:custGeom>
            <a:avLst/>
            <a:gdLst/>
            <a:ahLst/>
            <a:cxnLst/>
            <a:rect r="r" b="b" t="t" l="l"/>
            <a:pathLst>
              <a:path h="707608" w="2560425">
                <a:moveTo>
                  <a:pt x="0" y="0"/>
                </a:moveTo>
                <a:lnTo>
                  <a:pt x="2560425" y="0"/>
                </a:lnTo>
                <a:lnTo>
                  <a:pt x="2560425" y="707609"/>
                </a:lnTo>
                <a:lnTo>
                  <a:pt x="0" y="7076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462294" y="2606487"/>
            <a:ext cx="5841423" cy="6299574"/>
          </a:xfrm>
          <a:custGeom>
            <a:avLst/>
            <a:gdLst/>
            <a:ahLst/>
            <a:cxnLst/>
            <a:rect r="r" b="b" t="t" l="l"/>
            <a:pathLst>
              <a:path h="6299574" w="5841423">
                <a:moveTo>
                  <a:pt x="0" y="0"/>
                </a:moveTo>
                <a:lnTo>
                  <a:pt x="5841424" y="0"/>
                </a:lnTo>
                <a:lnTo>
                  <a:pt x="5841424" y="6299574"/>
                </a:lnTo>
                <a:lnTo>
                  <a:pt x="0" y="62995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215145" y="3745675"/>
            <a:ext cx="2560425" cy="707608"/>
          </a:xfrm>
          <a:custGeom>
            <a:avLst/>
            <a:gdLst/>
            <a:ahLst/>
            <a:cxnLst/>
            <a:rect r="r" b="b" t="t" l="l"/>
            <a:pathLst>
              <a:path h="707608" w="2560425">
                <a:moveTo>
                  <a:pt x="0" y="0"/>
                </a:moveTo>
                <a:lnTo>
                  <a:pt x="2560425" y="0"/>
                </a:lnTo>
                <a:lnTo>
                  <a:pt x="2560425" y="707608"/>
                </a:lnTo>
                <a:lnTo>
                  <a:pt x="0" y="7076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792643" y="1202028"/>
            <a:ext cx="6702715" cy="1228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011"/>
              </a:lnSpc>
              <a:spcBef>
                <a:spcPct val="0"/>
              </a:spcBef>
            </a:pPr>
            <a:r>
              <a:rPr lang="en-US" b="true" sz="7151">
                <a:solidFill>
                  <a:srgbClr val="01070A"/>
                </a:solidFill>
                <a:latin typeface="DM Sans Bold"/>
                <a:ea typeface="DM Sans Bold"/>
                <a:cs typeface="DM Sans Bold"/>
                <a:sym typeface="DM Sans Bold"/>
              </a:rPr>
              <a:t>操作方式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894584" y="3697454"/>
            <a:ext cx="2556165" cy="861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95"/>
              </a:lnSpc>
              <a:spcBef>
                <a:spcPct val="0"/>
              </a:spcBef>
            </a:pPr>
            <a:r>
              <a:rPr lang="en-US" b="true" sz="5067">
                <a:solidFill>
                  <a:srgbClr val="01070A"/>
                </a:solidFill>
                <a:latin typeface="DM Sans Bold"/>
                <a:ea typeface="DM Sans Bold"/>
                <a:cs typeface="DM Sans Bold"/>
                <a:sym typeface="DM Sans Bold"/>
              </a:rPr>
              <a:t>電腦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894584" y="5084479"/>
            <a:ext cx="3297303" cy="3437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77"/>
              </a:lnSpc>
            </a:pPr>
            <a:r>
              <a:rPr lang="en-US" sz="3983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鼠標控制糖果，調整位置按下左鍵放開糖果</a:t>
            </a:r>
          </a:p>
          <a:p>
            <a:pPr algn="l">
              <a:lnSpc>
                <a:spcPts val="5577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1042628" y="3673939"/>
            <a:ext cx="2905458" cy="861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95"/>
              </a:lnSpc>
              <a:spcBef>
                <a:spcPct val="0"/>
              </a:spcBef>
            </a:pPr>
            <a:r>
              <a:rPr lang="en-US" b="true" sz="5067">
                <a:solidFill>
                  <a:srgbClr val="01070A"/>
                </a:solidFill>
                <a:latin typeface="DM Sans Bold"/>
                <a:ea typeface="DM Sans Bold"/>
                <a:cs typeface="DM Sans Bold"/>
                <a:sym typeface="DM Sans Bold"/>
              </a:rPr>
              <a:t>手機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537095" y="4906702"/>
            <a:ext cx="3916524" cy="2887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28"/>
              </a:lnSpc>
            </a:pPr>
            <a:r>
              <a:rPr lang="en-US" sz="4163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滑動螢幕控制位子，瞄準後點擊任一地方糖果就會掉落了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753413" y="5582945"/>
            <a:ext cx="2625991" cy="4114800"/>
          </a:xfrm>
          <a:custGeom>
            <a:avLst/>
            <a:gdLst/>
            <a:ahLst/>
            <a:cxnLst/>
            <a:rect r="r" b="b" t="t" l="l"/>
            <a:pathLst>
              <a:path h="4114800" w="2625991">
                <a:moveTo>
                  <a:pt x="0" y="0"/>
                </a:moveTo>
                <a:lnTo>
                  <a:pt x="2625990" y="0"/>
                </a:lnTo>
                <a:lnTo>
                  <a:pt x="262599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973208" y="2725793"/>
            <a:ext cx="14696348" cy="5754386"/>
            <a:chOff x="0" y="0"/>
            <a:chExt cx="6265987" cy="245346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265987" cy="2453461"/>
            </a:xfrm>
            <a:custGeom>
              <a:avLst/>
              <a:gdLst/>
              <a:ahLst/>
              <a:cxnLst/>
              <a:rect r="r" b="b" t="t" l="l"/>
              <a:pathLst>
                <a:path h="2453461" w="6265987">
                  <a:moveTo>
                    <a:pt x="16331" y="0"/>
                  </a:moveTo>
                  <a:lnTo>
                    <a:pt x="6249657" y="0"/>
                  </a:lnTo>
                  <a:cubicBezTo>
                    <a:pt x="6258676" y="0"/>
                    <a:pt x="6265987" y="7311"/>
                    <a:pt x="6265987" y="16331"/>
                  </a:cubicBezTo>
                  <a:lnTo>
                    <a:pt x="6265987" y="2437130"/>
                  </a:lnTo>
                  <a:cubicBezTo>
                    <a:pt x="6265987" y="2446149"/>
                    <a:pt x="6258676" y="2453461"/>
                    <a:pt x="6249657" y="2453461"/>
                  </a:cubicBezTo>
                  <a:lnTo>
                    <a:pt x="16331" y="2453461"/>
                  </a:lnTo>
                  <a:cubicBezTo>
                    <a:pt x="7311" y="2453461"/>
                    <a:pt x="0" y="2446149"/>
                    <a:pt x="0" y="2437130"/>
                  </a:cubicBezTo>
                  <a:lnTo>
                    <a:pt x="0" y="16331"/>
                  </a:lnTo>
                  <a:cubicBezTo>
                    <a:pt x="0" y="7311"/>
                    <a:pt x="7311" y="0"/>
                    <a:pt x="1633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265987" cy="25010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29674" y="7340346"/>
            <a:ext cx="3001556" cy="2101089"/>
          </a:xfrm>
          <a:custGeom>
            <a:avLst/>
            <a:gdLst/>
            <a:ahLst/>
            <a:cxnLst/>
            <a:rect r="r" b="b" t="t" l="l"/>
            <a:pathLst>
              <a:path h="2101089" w="3001556">
                <a:moveTo>
                  <a:pt x="0" y="0"/>
                </a:moveTo>
                <a:lnTo>
                  <a:pt x="3001555" y="0"/>
                </a:lnTo>
                <a:lnTo>
                  <a:pt x="3001555" y="2101089"/>
                </a:lnTo>
                <a:lnTo>
                  <a:pt x="0" y="21010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954546" y="1247013"/>
            <a:ext cx="12378908" cy="885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49"/>
              </a:lnSpc>
            </a:pPr>
            <a:r>
              <a:rPr lang="en-US" b="true" sz="5249">
                <a:solidFill>
                  <a:srgbClr val="01070A"/>
                </a:solidFill>
                <a:latin typeface="DM Sans Bold"/>
                <a:ea typeface="DM Sans Bold"/>
                <a:cs typeface="DM Sans Bold"/>
                <a:sym typeface="DM Sans Bold"/>
              </a:rPr>
              <a:t>遊戲規則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731229" y="3631405"/>
            <a:ext cx="11640045" cy="2439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35969" indent="-417984" lvl="1">
              <a:lnSpc>
                <a:spcPts val="6659"/>
              </a:lnSpc>
              <a:buFont typeface="Arial"/>
              <a:buChar char="•"/>
            </a:pPr>
            <a:r>
              <a:rPr lang="en-US" sz="3872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合成的糖果越大，獲得分數越多</a:t>
            </a:r>
          </a:p>
          <a:p>
            <a:pPr algn="just" marL="835969" indent="-417984" lvl="1">
              <a:lnSpc>
                <a:spcPts val="6659"/>
              </a:lnSpc>
              <a:buFont typeface="Arial"/>
              <a:buChar char="•"/>
            </a:pPr>
            <a:r>
              <a:rPr lang="en-US" sz="3872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與黑糖商人交易獲取道具，交易會消耗你的分數，使用道具幫助你合成糖果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973208" y="2725793"/>
            <a:ext cx="14696348" cy="5754386"/>
            <a:chOff x="0" y="0"/>
            <a:chExt cx="6265987" cy="245346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265987" cy="2453461"/>
            </a:xfrm>
            <a:custGeom>
              <a:avLst/>
              <a:gdLst/>
              <a:ahLst/>
              <a:cxnLst/>
              <a:rect r="r" b="b" t="t" l="l"/>
              <a:pathLst>
                <a:path h="2453461" w="6265987">
                  <a:moveTo>
                    <a:pt x="16331" y="0"/>
                  </a:moveTo>
                  <a:lnTo>
                    <a:pt x="6249657" y="0"/>
                  </a:lnTo>
                  <a:cubicBezTo>
                    <a:pt x="6258676" y="0"/>
                    <a:pt x="6265987" y="7311"/>
                    <a:pt x="6265987" y="16331"/>
                  </a:cubicBezTo>
                  <a:lnTo>
                    <a:pt x="6265987" y="2437130"/>
                  </a:lnTo>
                  <a:cubicBezTo>
                    <a:pt x="6265987" y="2446149"/>
                    <a:pt x="6258676" y="2453461"/>
                    <a:pt x="6249657" y="2453461"/>
                  </a:cubicBezTo>
                  <a:lnTo>
                    <a:pt x="16331" y="2453461"/>
                  </a:lnTo>
                  <a:cubicBezTo>
                    <a:pt x="7311" y="2453461"/>
                    <a:pt x="0" y="2446149"/>
                    <a:pt x="0" y="2437130"/>
                  </a:cubicBezTo>
                  <a:lnTo>
                    <a:pt x="0" y="16331"/>
                  </a:lnTo>
                  <a:cubicBezTo>
                    <a:pt x="0" y="7311"/>
                    <a:pt x="7311" y="0"/>
                    <a:pt x="1633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265987" cy="25010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29674" y="7340346"/>
            <a:ext cx="3001556" cy="2101089"/>
          </a:xfrm>
          <a:custGeom>
            <a:avLst/>
            <a:gdLst/>
            <a:ahLst/>
            <a:cxnLst/>
            <a:rect r="r" b="b" t="t" l="l"/>
            <a:pathLst>
              <a:path h="2101089" w="3001556">
                <a:moveTo>
                  <a:pt x="0" y="0"/>
                </a:moveTo>
                <a:lnTo>
                  <a:pt x="3001555" y="0"/>
                </a:lnTo>
                <a:lnTo>
                  <a:pt x="3001555" y="2101089"/>
                </a:lnTo>
                <a:lnTo>
                  <a:pt x="0" y="21010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954546" y="1247013"/>
            <a:ext cx="12378908" cy="885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49"/>
              </a:lnSpc>
            </a:pPr>
            <a:r>
              <a:rPr lang="en-US" b="true" sz="5249">
                <a:solidFill>
                  <a:srgbClr val="01070A"/>
                </a:solidFill>
                <a:latin typeface="DM Sans Bold"/>
                <a:ea typeface="DM Sans Bold"/>
                <a:cs typeface="DM Sans Bold"/>
                <a:sym typeface="DM Sans Bold"/>
              </a:rPr>
              <a:t>遊戲規則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501359" y="3426174"/>
            <a:ext cx="11640045" cy="3278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35969" indent="-417984" lvl="1">
              <a:lnSpc>
                <a:spcPts val="6659"/>
              </a:lnSpc>
              <a:buFont typeface="Arial"/>
              <a:buChar char="•"/>
            </a:pPr>
            <a:r>
              <a:rPr lang="en-US" sz="3872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限時模式：在限定時間達到指定的分數(5min)，根據玩家選擇的角色顯示不同的結局畫面</a:t>
            </a:r>
          </a:p>
          <a:p>
            <a:pPr algn="just" marL="835969" indent="-417984" lvl="1">
              <a:lnSpc>
                <a:spcPts val="6659"/>
              </a:lnSpc>
              <a:buFont typeface="Arial"/>
              <a:buChar char="•"/>
            </a:pPr>
            <a:r>
              <a:rPr lang="en-US" sz="3872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無限模式：直到糖果超出標準線遊戲才會停止，會記錄最高的分數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426602" y="2606487"/>
            <a:ext cx="5841423" cy="6299574"/>
          </a:xfrm>
          <a:custGeom>
            <a:avLst/>
            <a:gdLst/>
            <a:ahLst/>
            <a:cxnLst/>
            <a:rect r="r" b="b" t="t" l="l"/>
            <a:pathLst>
              <a:path h="6299574" w="5841423">
                <a:moveTo>
                  <a:pt x="0" y="0"/>
                </a:moveTo>
                <a:lnTo>
                  <a:pt x="5841423" y="0"/>
                </a:lnTo>
                <a:lnTo>
                  <a:pt x="5841423" y="6299574"/>
                </a:lnTo>
                <a:lnTo>
                  <a:pt x="0" y="62995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067101" y="3769189"/>
            <a:ext cx="2560425" cy="707608"/>
          </a:xfrm>
          <a:custGeom>
            <a:avLst/>
            <a:gdLst/>
            <a:ahLst/>
            <a:cxnLst/>
            <a:rect r="r" b="b" t="t" l="l"/>
            <a:pathLst>
              <a:path h="707608" w="2560425">
                <a:moveTo>
                  <a:pt x="0" y="0"/>
                </a:moveTo>
                <a:lnTo>
                  <a:pt x="2560425" y="0"/>
                </a:lnTo>
                <a:lnTo>
                  <a:pt x="2560425" y="707609"/>
                </a:lnTo>
                <a:lnTo>
                  <a:pt x="0" y="7076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462294" y="2606487"/>
            <a:ext cx="5841423" cy="6299574"/>
          </a:xfrm>
          <a:custGeom>
            <a:avLst/>
            <a:gdLst/>
            <a:ahLst/>
            <a:cxnLst/>
            <a:rect r="r" b="b" t="t" l="l"/>
            <a:pathLst>
              <a:path h="6299574" w="5841423">
                <a:moveTo>
                  <a:pt x="0" y="0"/>
                </a:moveTo>
                <a:lnTo>
                  <a:pt x="5841424" y="0"/>
                </a:lnTo>
                <a:lnTo>
                  <a:pt x="5841424" y="6299574"/>
                </a:lnTo>
                <a:lnTo>
                  <a:pt x="0" y="62995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215145" y="3745675"/>
            <a:ext cx="2560425" cy="707608"/>
          </a:xfrm>
          <a:custGeom>
            <a:avLst/>
            <a:gdLst/>
            <a:ahLst/>
            <a:cxnLst/>
            <a:rect r="r" b="b" t="t" l="l"/>
            <a:pathLst>
              <a:path h="707608" w="2560425">
                <a:moveTo>
                  <a:pt x="0" y="0"/>
                </a:moveTo>
                <a:lnTo>
                  <a:pt x="2560425" y="0"/>
                </a:lnTo>
                <a:lnTo>
                  <a:pt x="2560425" y="707608"/>
                </a:lnTo>
                <a:lnTo>
                  <a:pt x="0" y="7076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792643" y="1202028"/>
            <a:ext cx="6702715" cy="1228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011"/>
              </a:lnSpc>
              <a:spcBef>
                <a:spcPct val="0"/>
              </a:spcBef>
            </a:pPr>
            <a:r>
              <a:rPr lang="en-US" b="true" sz="7151">
                <a:solidFill>
                  <a:srgbClr val="01070A"/>
                </a:solidFill>
                <a:latin typeface="DM Sans Bold"/>
                <a:ea typeface="DM Sans Bold"/>
                <a:cs typeface="DM Sans Bold"/>
                <a:sym typeface="DM Sans Bold"/>
              </a:rPr>
              <a:t>遊戲模式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894584" y="3697454"/>
            <a:ext cx="2556165" cy="861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95"/>
              </a:lnSpc>
              <a:spcBef>
                <a:spcPct val="0"/>
              </a:spcBef>
            </a:pPr>
            <a:r>
              <a:rPr lang="en-US" b="true" sz="5067">
                <a:solidFill>
                  <a:srgbClr val="01070A"/>
                </a:solidFill>
                <a:latin typeface="DM Sans Bold"/>
                <a:ea typeface="DM Sans Bold"/>
                <a:cs typeface="DM Sans Bold"/>
                <a:sym typeface="DM Sans Bold"/>
              </a:rPr>
              <a:t>限時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379403" y="4950788"/>
            <a:ext cx="4357325" cy="3437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77"/>
              </a:lnSpc>
            </a:pPr>
            <a:r>
              <a:rPr lang="en-US" sz="3983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在限定時間達到指定的分鐘(5min)，根據玩家選擇的角色顯示不同的結局畫面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042628" y="3673939"/>
            <a:ext cx="2905458" cy="861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95"/>
              </a:lnSpc>
              <a:spcBef>
                <a:spcPct val="0"/>
              </a:spcBef>
            </a:pPr>
            <a:r>
              <a:rPr lang="en-US" b="true" sz="5067">
                <a:solidFill>
                  <a:srgbClr val="01070A"/>
                </a:solidFill>
                <a:latin typeface="DM Sans Bold"/>
                <a:ea typeface="DM Sans Bold"/>
                <a:cs typeface="DM Sans Bold"/>
                <a:sym typeface="DM Sans Bold"/>
              </a:rPr>
              <a:t>無限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537482" y="4941263"/>
            <a:ext cx="4061072" cy="2887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28"/>
              </a:lnSpc>
            </a:pPr>
            <a:r>
              <a:rPr lang="en-US" sz="4163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直到糖果超出標準線遊戲才會停止，會記錄最高的分數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343859" y="5756274"/>
            <a:ext cx="2625991" cy="4114800"/>
          </a:xfrm>
          <a:custGeom>
            <a:avLst/>
            <a:gdLst/>
            <a:ahLst/>
            <a:cxnLst/>
            <a:rect r="r" b="b" t="t" l="l"/>
            <a:pathLst>
              <a:path h="4114800" w="2625991">
                <a:moveTo>
                  <a:pt x="0" y="0"/>
                </a:moveTo>
                <a:lnTo>
                  <a:pt x="2625991" y="0"/>
                </a:lnTo>
                <a:lnTo>
                  <a:pt x="262599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973208" y="2725793"/>
            <a:ext cx="14696348" cy="5754386"/>
            <a:chOff x="0" y="0"/>
            <a:chExt cx="6265987" cy="245346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265987" cy="2453461"/>
            </a:xfrm>
            <a:custGeom>
              <a:avLst/>
              <a:gdLst/>
              <a:ahLst/>
              <a:cxnLst/>
              <a:rect r="r" b="b" t="t" l="l"/>
              <a:pathLst>
                <a:path h="2453461" w="6265987">
                  <a:moveTo>
                    <a:pt x="16331" y="0"/>
                  </a:moveTo>
                  <a:lnTo>
                    <a:pt x="6249657" y="0"/>
                  </a:lnTo>
                  <a:cubicBezTo>
                    <a:pt x="6258676" y="0"/>
                    <a:pt x="6265987" y="7311"/>
                    <a:pt x="6265987" y="16331"/>
                  </a:cubicBezTo>
                  <a:lnTo>
                    <a:pt x="6265987" y="2437130"/>
                  </a:lnTo>
                  <a:cubicBezTo>
                    <a:pt x="6265987" y="2446149"/>
                    <a:pt x="6258676" y="2453461"/>
                    <a:pt x="6249657" y="2453461"/>
                  </a:cubicBezTo>
                  <a:lnTo>
                    <a:pt x="16331" y="2453461"/>
                  </a:lnTo>
                  <a:cubicBezTo>
                    <a:pt x="7311" y="2453461"/>
                    <a:pt x="0" y="2446149"/>
                    <a:pt x="0" y="2437130"/>
                  </a:cubicBezTo>
                  <a:lnTo>
                    <a:pt x="0" y="16331"/>
                  </a:lnTo>
                  <a:cubicBezTo>
                    <a:pt x="0" y="7311"/>
                    <a:pt x="7311" y="0"/>
                    <a:pt x="1633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265987" cy="25010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29674" y="7340346"/>
            <a:ext cx="3001556" cy="2101089"/>
          </a:xfrm>
          <a:custGeom>
            <a:avLst/>
            <a:gdLst/>
            <a:ahLst/>
            <a:cxnLst/>
            <a:rect r="r" b="b" t="t" l="l"/>
            <a:pathLst>
              <a:path h="2101089" w="3001556">
                <a:moveTo>
                  <a:pt x="0" y="0"/>
                </a:moveTo>
                <a:lnTo>
                  <a:pt x="3001555" y="0"/>
                </a:lnTo>
                <a:lnTo>
                  <a:pt x="3001555" y="2101089"/>
                </a:lnTo>
                <a:lnTo>
                  <a:pt x="0" y="21010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486758" y="3188616"/>
            <a:ext cx="1432708" cy="1276723"/>
          </a:xfrm>
          <a:custGeom>
            <a:avLst/>
            <a:gdLst/>
            <a:ahLst/>
            <a:cxnLst/>
            <a:rect r="r" b="b" t="t" l="l"/>
            <a:pathLst>
              <a:path h="1276723" w="1432708">
                <a:moveTo>
                  <a:pt x="0" y="0"/>
                </a:moveTo>
                <a:lnTo>
                  <a:pt x="1432708" y="0"/>
                </a:lnTo>
                <a:lnTo>
                  <a:pt x="1432708" y="1276723"/>
                </a:lnTo>
                <a:lnTo>
                  <a:pt x="0" y="12767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5251" t="-87727" r="-65528" b="-8247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058497" y="3332806"/>
            <a:ext cx="1524063" cy="988343"/>
          </a:xfrm>
          <a:custGeom>
            <a:avLst/>
            <a:gdLst/>
            <a:ahLst/>
            <a:cxnLst/>
            <a:rect r="r" b="b" t="t" l="l"/>
            <a:pathLst>
              <a:path h="988343" w="1524063">
                <a:moveTo>
                  <a:pt x="0" y="0"/>
                </a:moveTo>
                <a:lnTo>
                  <a:pt x="1524064" y="0"/>
                </a:lnTo>
                <a:lnTo>
                  <a:pt x="1524064" y="988343"/>
                </a:lnTo>
                <a:lnTo>
                  <a:pt x="0" y="9883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14112" t="-189867" r="-118351" b="-222804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023148" y="3209087"/>
            <a:ext cx="1397189" cy="1235781"/>
          </a:xfrm>
          <a:custGeom>
            <a:avLst/>
            <a:gdLst/>
            <a:ahLst/>
            <a:cxnLst/>
            <a:rect r="r" b="b" t="t" l="l"/>
            <a:pathLst>
              <a:path h="1235781" w="1397189">
                <a:moveTo>
                  <a:pt x="0" y="0"/>
                </a:moveTo>
                <a:lnTo>
                  <a:pt x="1397189" y="0"/>
                </a:lnTo>
                <a:lnTo>
                  <a:pt x="1397189" y="1235781"/>
                </a:lnTo>
                <a:lnTo>
                  <a:pt x="0" y="12357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95344" t="-111545" r="-95053" b="-116782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218180" y="3074438"/>
            <a:ext cx="1328688" cy="1466193"/>
          </a:xfrm>
          <a:custGeom>
            <a:avLst/>
            <a:gdLst/>
            <a:ahLst/>
            <a:cxnLst/>
            <a:rect r="r" b="b" t="t" l="l"/>
            <a:pathLst>
              <a:path h="1466193" w="1328688">
                <a:moveTo>
                  <a:pt x="0" y="0"/>
                </a:moveTo>
                <a:lnTo>
                  <a:pt x="1328688" y="0"/>
                </a:lnTo>
                <a:lnTo>
                  <a:pt x="1328688" y="1466193"/>
                </a:lnTo>
                <a:lnTo>
                  <a:pt x="0" y="146619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06484" t="-79780" r="-83508" b="-83016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870683" y="5805402"/>
            <a:ext cx="1535141" cy="1660361"/>
          </a:xfrm>
          <a:custGeom>
            <a:avLst/>
            <a:gdLst/>
            <a:ahLst/>
            <a:cxnLst/>
            <a:rect r="r" b="b" t="t" l="l"/>
            <a:pathLst>
              <a:path h="1660361" w="1535141">
                <a:moveTo>
                  <a:pt x="0" y="0"/>
                </a:moveTo>
                <a:lnTo>
                  <a:pt x="1535141" y="0"/>
                </a:lnTo>
                <a:lnTo>
                  <a:pt x="1535141" y="1660361"/>
                </a:lnTo>
                <a:lnTo>
                  <a:pt x="0" y="166036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67456" t="-37468" r="-49881" b="-63478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743000" y="5812041"/>
            <a:ext cx="1989348" cy="1841252"/>
          </a:xfrm>
          <a:custGeom>
            <a:avLst/>
            <a:gdLst/>
            <a:ahLst/>
            <a:cxnLst/>
            <a:rect r="r" b="b" t="t" l="l"/>
            <a:pathLst>
              <a:path h="1841252" w="1989348">
                <a:moveTo>
                  <a:pt x="0" y="0"/>
                </a:moveTo>
                <a:lnTo>
                  <a:pt x="1989348" y="0"/>
                </a:lnTo>
                <a:lnTo>
                  <a:pt x="1989348" y="1841252"/>
                </a:lnTo>
                <a:lnTo>
                  <a:pt x="0" y="184125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38619" t="-50367" r="-32706" b="-34737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851204" y="5650925"/>
            <a:ext cx="1965208" cy="1969315"/>
          </a:xfrm>
          <a:custGeom>
            <a:avLst/>
            <a:gdLst/>
            <a:ahLst/>
            <a:cxnLst/>
            <a:rect r="r" b="b" t="t" l="l"/>
            <a:pathLst>
              <a:path h="1969315" w="1965208">
                <a:moveTo>
                  <a:pt x="0" y="0"/>
                </a:moveTo>
                <a:lnTo>
                  <a:pt x="1965208" y="0"/>
                </a:lnTo>
                <a:lnTo>
                  <a:pt x="1965208" y="1969315"/>
                </a:lnTo>
                <a:lnTo>
                  <a:pt x="0" y="196931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22413" t="-26232" r="-18567" b="-14454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670916" y="3456681"/>
            <a:ext cx="939907" cy="864468"/>
          </a:xfrm>
          <a:custGeom>
            <a:avLst/>
            <a:gdLst/>
            <a:ahLst/>
            <a:cxnLst/>
            <a:rect r="r" b="b" t="t" l="l"/>
            <a:pathLst>
              <a:path h="864468" w="939907">
                <a:moveTo>
                  <a:pt x="0" y="0"/>
                </a:moveTo>
                <a:lnTo>
                  <a:pt x="939906" y="0"/>
                </a:lnTo>
                <a:lnTo>
                  <a:pt x="939906" y="864468"/>
                </a:lnTo>
                <a:lnTo>
                  <a:pt x="0" y="86446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170328" t="-188616" r="-154312" b="-17308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875223" y="5650925"/>
            <a:ext cx="2158434" cy="2101050"/>
          </a:xfrm>
          <a:custGeom>
            <a:avLst/>
            <a:gdLst/>
            <a:ahLst/>
            <a:cxnLst/>
            <a:rect r="r" b="b" t="t" l="l"/>
            <a:pathLst>
              <a:path h="2101050" w="2158434">
                <a:moveTo>
                  <a:pt x="0" y="0"/>
                </a:moveTo>
                <a:lnTo>
                  <a:pt x="2158434" y="0"/>
                </a:lnTo>
                <a:lnTo>
                  <a:pt x="2158434" y="2101050"/>
                </a:lnTo>
                <a:lnTo>
                  <a:pt x="0" y="21010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21890" t="-28672" r="-17668" b="-14698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3731229" y="5812041"/>
            <a:ext cx="1814048" cy="1707254"/>
          </a:xfrm>
          <a:custGeom>
            <a:avLst/>
            <a:gdLst/>
            <a:ahLst/>
            <a:cxnLst/>
            <a:rect r="r" b="b" t="t" l="l"/>
            <a:pathLst>
              <a:path h="1707254" w="1814048">
                <a:moveTo>
                  <a:pt x="0" y="0"/>
                </a:moveTo>
                <a:lnTo>
                  <a:pt x="1814048" y="0"/>
                </a:lnTo>
                <a:lnTo>
                  <a:pt x="1814048" y="1707254"/>
                </a:lnTo>
                <a:lnTo>
                  <a:pt x="0" y="170725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46868" t="-46585" r="-52336" b="-65081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090807" y="3332806"/>
            <a:ext cx="6443689" cy="4558910"/>
          </a:xfrm>
          <a:custGeom>
            <a:avLst/>
            <a:gdLst/>
            <a:ahLst/>
            <a:cxnLst/>
            <a:rect r="r" b="b" t="t" l="l"/>
            <a:pathLst>
              <a:path h="4558910" w="6443689">
                <a:moveTo>
                  <a:pt x="0" y="0"/>
                </a:moveTo>
                <a:lnTo>
                  <a:pt x="6443689" y="0"/>
                </a:lnTo>
                <a:lnTo>
                  <a:pt x="6443689" y="4558910"/>
                </a:lnTo>
                <a:lnTo>
                  <a:pt x="0" y="455891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954546" y="1247013"/>
            <a:ext cx="12378908" cy="885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49"/>
              </a:lnSpc>
            </a:pPr>
            <a:r>
              <a:rPr lang="en-US" b="true" sz="5249">
                <a:solidFill>
                  <a:srgbClr val="01070A"/>
                </a:solidFill>
                <a:latin typeface="DM Sans Bold"/>
                <a:ea typeface="DM Sans Bold"/>
                <a:cs typeface="DM Sans Bold"/>
                <a:sym typeface="DM Sans Bold"/>
              </a:rPr>
              <a:t>道具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897217" y="7717106"/>
            <a:ext cx="1728341" cy="481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汽水糖420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000985" y="4807652"/>
            <a:ext cx="1528465" cy="481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水晶糖40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189605" y="4807652"/>
            <a:ext cx="1530251" cy="481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果凍糖80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844633" y="7742309"/>
            <a:ext cx="2181671" cy="455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69"/>
              </a:lnSpc>
              <a:spcBef>
                <a:spcPct val="0"/>
              </a:spcBef>
            </a:pPr>
            <a:r>
              <a:rPr lang="en-US" sz="2692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回憶糖果1000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492755" y="4750467"/>
            <a:ext cx="1420713" cy="481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星星糖10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289985" y="4750467"/>
            <a:ext cx="1391915" cy="481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巧克力15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928086" y="7732784"/>
            <a:ext cx="1759446" cy="481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棒棒糖200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973208" y="2725793"/>
            <a:ext cx="14696348" cy="5754386"/>
            <a:chOff x="0" y="0"/>
            <a:chExt cx="6265987" cy="245346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265987" cy="2453461"/>
            </a:xfrm>
            <a:custGeom>
              <a:avLst/>
              <a:gdLst/>
              <a:ahLst/>
              <a:cxnLst/>
              <a:rect r="r" b="b" t="t" l="l"/>
              <a:pathLst>
                <a:path h="2453461" w="6265987">
                  <a:moveTo>
                    <a:pt x="16331" y="0"/>
                  </a:moveTo>
                  <a:lnTo>
                    <a:pt x="6249657" y="0"/>
                  </a:lnTo>
                  <a:cubicBezTo>
                    <a:pt x="6258676" y="0"/>
                    <a:pt x="6265987" y="7311"/>
                    <a:pt x="6265987" y="16331"/>
                  </a:cubicBezTo>
                  <a:lnTo>
                    <a:pt x="6265987" y="2437130"/>
                  </a:lnTo>
                  <a:cubicBezTo>
                    <a:pt x="6265987" y="2446149"/>
                    <a:pt x="6258676" y="2453461"/>
                    <a:pt x="6249657" y="2453461"/>
                  </a:cubicBezTo>
                  <a:lnTo>
                    <a:pt x="16331" y="2453461"/>
                  </a:lnTo>
                  <a:cubicBezTo>
                    <a:pt x="7311" y="2453461"/>
                    <a:pt x="0" y="2446149"/>
                    <a:pt x="0" y="2437130"/>
                  </a:cubicBezTo>
                  <a:lnTo>
                    <a:pt x="0" y="16331"/>
                  </a:lnTo>
                  <a:cubicBezTo>
                    <a:pt x="0" y="7311"/>
                    <a:pt x="7311" y="0"/>
                    <a:pt x="1633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265987" cy="25010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29674" y="7340346"/>
            <a:ext cx="3001556" cy="2101089"/>
          </a:xfrm>
          <a:custGeom>
            <a:avLst/>
            <a:gdLst/>
            <a:ahLst/>
            <a:cxnLst/>
            <a:rect r="r" b="b" t="t" l="l"/>
            <a:pathLst>
              <a:path h="2101089" w="3001556">
                <a:moveTo>
                  <a:pt x="0" y="0"/>
                </a:moveTo>
                <a:lnTo>
                  <a:pt x="3001555" y="0"/>
                </a:lnTo>
                <a:lnTo>
                  <a:pt x="3001555" y="2101089"/>
                </a:lnTo>
                <a:lnTo>
                  <a:pt x="0" y="21010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750687" y="4553778"/>
            <a:ext cx="1991348" cy="1991348"/>
          </a:xfrm>
          <a:custGeom>
            <a:avLst/>
            <a:gdLst/>
            <a:ahLst/>
            <a:cxnLst/>
            <a:rect r="r" b="b" t="t" l="l"/>
            <a:pathLst>
              <a:path h="1991348" w="1991348">
                <a:moveTo>
                  <a:pt x="0" y="0"/>
                </a:moveTo>
                <a:lnTo>
                  <a:pt x="1991349" y="0"/>
                </a:lnTo>
                <a:lnTo>
                  <a:pt x="1991349" y="1991348"/>
                </a:lnTo>
                <a:lnTo>
                  <a:pt x="0" y="19913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624969" y="4701742"/>
            <a:ext cx="1950452" cy="1950452"/>
          </a:xfrm>
          <a:custGeom>
            <a:avLst/>
            <a:gdLst/>
            <a:ahLst/>
            <a:cxnLst/>
            <a:rect r="r" b="b" t="t" l="l"/>
            <a:pathLst>
              <a:path h="1950452" w="1950452">
                <a:moveTo>
                  <a:pt x="0" y="0"/>
                </a:moveTo>
                <a:lnTo>
                  <a:pt x="1950452" y="0"/>
                </a:lnTo>
                <a:lnTo>
                  <a:pt x="1950452" y="1950453"/>
                </a:lnTo>
                <a:lnTo>
                  <a:pt x="0" y="19504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954546" y="4155707"/>
            <a:ext cx="2787490" cy="2787490"/>
          </a:xfrm>
          <a:custGeom>
            <a:avLst/>
            <a:gdLst/>
            <a:ahLst/>
            <a:cxnLst/>
            <a:rect r="r" b="b" t="t" l="l"/>
            <a:pathLst>
              <a:path h="2787490" w="2787490">
                <a:moveTo>
                  <a:pt x="0" y="0"/>
                </a:moveTo>
                <a:lnTo>
                  <a:pt x="2787490" y="0"/>
                </a:lnTo>
                <a:lnTo>
                  <a:pt x="2787490" y="2787490"/>
                </a:lnTo>
                <a:lnTo>
                  <a:pt x="0" y="278749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792610" y="4188579"/>
            <a:ext cx="2976779" cy="2976779"/>
          </a:xfrm>
          <a:custGeom>
            <a:avLst/>
            <a:gdLst/>
            <a:ahLst/>
            <a:cxnLst/>
            <a:rect r="r" b="b" t="t" l="l"/>
            <a:pathLst>
              <a:path h="2976779" w="2976779">
                <a:moveTo>
                  <a:pt x="0" y="0"/>
                </a:moveTo>
                <a:lnTo>
                  <a:pt x="2976779" y="0"/>
                </a:lnTo>
                <a:lnTo>
                  <a:pt x="2976779" y="2976779"/>
                </a:lnTo>
                <a:lnTo>
                  <a:pt x="0" y="29767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064565" y="4393243"/>
            <a:ext cx="2453680" cy="2581214"/>
          </a:xfrm>
          <a:custGeom>
            <a:avLst/>
            <a:gdLst/>
            <a:ahLst/>
            <a:cxnLst/>
            <a:rect r="r" b="b" t="t" l="l"/>
            <a:pathLst>
              <a:path h="2581214" w="2453680">
                <a:moveTo>
                  <a:pt x="0" y="0"/>
                </a:moveTo>
                <a:lnTo>
                  <a:pt x="2453681" y="0"/>
                </a:lnTo>
                <a:lnTo>
                  <a:pt x="2453681" y="2581214"/>
                </a:lnTo>
                <a:lnTo>
                  <a:pt x="0" y="258121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37037" t="-27466" r="-26509" b="-2800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710894" y="4235122"/>
            <a:ext cx="3105224" cy="3105224"/>
          </a:xfrm>
          <a:custGeom>
            <a:avLst/>
            <a:gdLst/>
            <a:ahLst/>
            <a:cxnLst/>
            <a:rect r="r" b="b" t="t" l="l"/>
            <a:pathLst>
              <a:path h="3105224" w="3105224">
                <a:moveTo>
                  <a:pt x="0" y="0"/>
                </a:moveTo>
                <a:lnTo>
                  <a:pt x="3105224" y="0"/>
                </a:lnTo>
                <a:lnTo>
                  <a:pt x="3105224" y="3105224"/>
                </a:lnTo>
                <a:lnTo>
                  <a:pt x="0" y="310522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2413" t="-11637" r="-14740" b="-15516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954546" y="1247013"/>
            <a:ext cx="12378908" cy="885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49"/>
              </a:lnSpc>
            </a:pPr>
            <a:r>
              <a:rPr lang="en-US" b="true" sz="5249">
                <a:solidFill>
                  <a:srgbClr val="01070A"/>
                </a:solidFill>
                <a:latin typeface="DM Sans Bold"/>
                <a:ea typeface="DM Sans Bold"/>
                <a:cs typeface="DM Sans Bold"/>
                <a:sym typeface="DM Sans Bold"/>
              </a:rPr>
              <a:t>道具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919417" y="4951434"/>
            <a:ext cx="2772427" cy="1471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雷射槍</a:t>
            </a:r>
          </a:p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可以消滅一顆你不需要的糖果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870154" y="4951434"/>
            <a:ext cx="3021922" cy="1471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糖果許願券</a:t>
            </a:r>
          </a:p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使用後可以自選下一顆糖果的種類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973208" y="2725793"/>
            <a:ext cx="14696348" cy="5754386"/>
            <a:chOff x="0" y="0"/>
            <a:chExt cx="6265987" cy="245346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265987" cy="2453461"/>
            </a:xfrm>
            <a:custGeom>
              <a:avLst/>
              <a:gdLst/>
              <a:ahLst/>
              <a:cxnLst/>
              <a:rect r="r" b="b" t="t" l="l"/>
              <a:pathLst>
                <a:path h="2453461" w="6265987">
                  <a:moveTo>
                    <a:pt x="16331" y="0"/>
                  </a:moveTo>
                  <a:lnTo>
                    <a:pt x="6249657" y="0"/>
                  </a:lnTo>
                  <a:cubicBezTo>
                    <a:pt x="6258676" y="0"/>
                    <a:pt x="6265987" y="7311"/>
                    <a:pt x="6265987" y="16331"/>
                  </a:cubicBezTo>
                  <a:lnTo>
                    <a:pt x="6265987" y="2437130"/>
                  </a:lnTo>
                  <a:cubicBezTo>
                    <a:pt x="6265987" y="2446149"/>
                    <a:pt x="6258676" y="2453461"/>
                    <a:pt x="6249657" y="2453461"/>
                  </a:cubicBezTo>
                  <a:lnTo>
                    <a:pt x="16331" y="2453461"/>
                  </a:lnTo>
                  <a:cubicBezTo>
                    <a:pt x="7311" y="2453461"/>
                    <a:pt x="0" y="2446149"/>
                    <a:pt x="0" y="2437130"/>
                  </a:cubicBezTo>
                  <a:lnTo>
                    <a:pt x="0" y="16331"/>
                  </a:lnTo>
                  <a:cubicBezTo>
                    <a:pt x="0" y="7311"/>
                    <a:pt x="7311" y="0"/>
                    <a:pt x="1633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265987" cy="25010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995000" y="3691983"/>
            <a:ext cx="2444138" cy="2444138"/>
          </a:xfrm>
          <a:custGeom>
            <a:avLst/>
            <a:gdLst/>
            <a:ahLst/>
            <a:cxnLst/>
            <a:rect r="r" b="b" t="t" l="l"/>
            <a:pathLst>
              <a:path h="2444138" w="2444138">
                <a:moveTo>
                  <a:pt x="0" y="0"/>
                </a:moveTo>
                <a:lnTo>
                  <a:pt x="2444139" y="0"/>
                </a:lnTo>
                <a:lnTo>
                  <a:pt x="2444139" y="2444138"/>
                </a:lnTo>
                <a:lnTo>
                  <a:pt x="0" y="24441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29674" y="7340346"/>
            <a:ext cx="3001556" cy="2101089"/>
          </a:xfrm>
          <a:custGeom>
            <a:avLst/>
            <a:gdLst/>
            <a:ahLst/>
            <a:cxnLst/>
            <a:rect r="r" b="b" t="t" l="l"/>
            <a:pathLst>
              <a:path h="2101089" w="3001556">
                <a:moveTo>
                  <a:pt x="0" y="0"/>
                </a:moveTo>
                <a:lnTo>
                  <a:pt x="3001555" y="0"/>
                </a:lnTo>
                <a:lnTo>
                  <a:pt x="3001555" y="2101089"/>
                </a:lnTo>
                <a:lnTo>
                  <a:pt x="0" y="21010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635753" y="3181963"/>
            <a:ext cx="3162632" cy="3865433"/>
          </a:xfrm>
          <a:custGeom>
            <a:avLst/>
            <a:gdLst/>
            <a:ahLst/>
            <a:cxnLst/>
            <a:rect r="r" b="b" t="t" l="l"/>
            <a:pathLst>
              <a:path h="3865433" w="3162632">
                <a:moveTo>
                  <a:pt x="0" y="0"/>
                </a:moveTo>
                <a:lnTo>
                  <a:pt x="3162633" y="0"/>
                </a:lnTo>
                <a:lnTo>
                  <a:pt x="3162633" y="3865433"/>
                </a:lnTo>
                <a:lnTo>
                  <a:pt x="0" y="38654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0596" t="-6756" r="-21054" b="-9139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954546" y="1247013"/>
            <a:ext cx="12378908" cy="885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49"/>
              </a:lnSpc>
            </a:pPr>
            <a:r>
              <a:rPr lang="en-US" b="true" sz="5249">
                <a:solidFill>
                  <a:srgbClr val="01070A"/>
                </a:solidFill>
                <a:latin typeface="DM Sans Bold"/>
                <a:ea typeface="DM Sans Bold"/>
                <a:cs typeface="DM Sans Bold"/>
                <a:sym typeface="DM Sans Bold"/>
              </a:rPr>
              <a:t>角色設計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980318" y="6687770"/>
            <a:ext cx="2458820" cy="652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20"/>
              </a:lnSpc>
              <a:spcBef>
                <a:spcPct val="0"/>
              </a:spcBef>
            </a:pPr>
            <a:r>
              <a:rPr lang="en-US" sz="3872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天才糖果師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613989" y="4106740"/>
            <a:ext cx="5845815" cy="2306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小學徒的師傅，</a:t>
            </a:r>
            <a:r>
              <a:rPr lang="en-US" sz="3300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為了獲得獎盃做了很多準備，想將糖果國的特色發展到更多國家</a:t>
            </a:r>
          </a:p>
          <a:p>
            <a:pPr algn="just">
              <a:lnSpc>
                <a:spcPts val="462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973208" y="2725793"/>
            <a:ext cx="14696348" cy="5754386"/>
            <a:chOff x="0" y="0"/>
            <a:chExt cx="6265987" cy="245346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265987" cy="2453461"/>
            </a:xfrm>
            <a:custGeom>
              <a:avLst/>
              <a:gdLst/>
              <a:ahLst/>
              <a:cxnLst/>
              <a:rect r="r" b="b" t="t" l="l"/>
              <a:pathLst>
                <a:path h="2453461" w="6265987">
                  <a:moveTo>
                    <a:pt x="16331" y="0"/>
                  </a:moveTo>
                  <a:lnTo>
                    <a:pt x="6249657" y="0"/>
                  </a:lnTo>
                  <a:cubicBezTo>
                    <a:pt x="6258676" y="0"/>
                    <a:pt x="6265987" y="7311"/>
                    <a:pt x="6265987" y="16331"/>
                  </a:cubicBezTo>
                  <a:lnTo>
                    <a:pt x="6265987" y="2437130"/>
                  </a:lnTo>
                  <a:cubicBezTo>
                    <a:pt x="6265987" y="2446149"/>
                    <a:pt x="6258676" y="2453461"/>
                    <a:pt x="6249657" y="2453461"/>
                  </a:cubicBezTo>
                  <a:lnTo>
                    <a:pt x="16331" y="2453461"/>
                  </a:lnTo>
                  <a:cubicBezTo>
                    <a:pt x="7311" y="2453461"/>
                    <a:pt x="0" y="2446149"/>
                    <a:pt x="0" y="2437130"/>
                  </a:cubicBezTo>
                  <a:lnTo>
                    <a:pt x="0" y="16331"/>
                  </a:lnTo>
                  <a:cubicBezTo>
                    <a:pt x="0" y="7311"/>
                    <a:pt x="7311" y="0"/>
                    <a:pt x="1633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265987" cy="25010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5146179" y="3778804"/>
            <a:ext cx="2514397" cy="2444138"/>
          </a:xfrm>
          <a:custGeom>
            <a:avLst/>
            <a:gdLst/>
            <a:ahLst/>
            <a:cxnLst/>
            <a:rect r="r" b="b" t="t" l="l"/>
            <a:pathLst>
              <a:path h="2444138" w="2514397">
                <a:moveTo>
                  <a:pt x="0" y="0"/>
                </a:moveTo>
                <a:lnTo>
                  <a:pt x="2514398" y="0"/>
                </a:lnTo>
                <a:lnTo>
                  <a:pt x="2514398" y="2444139"/>
                </a:lnTo>
                <a:lnTo>
                  <a:pt x="0" y="24441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773" t="0" r="-33807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29674" y="7340346"/>
            <a:ext cx="3001556" cy="2101089"/>
          </a:xfrm>
          <a:custGeom>
            <a:avLst/>
            <a:gdLst/>
            <a:ahLst/>
            <a:cxnLst/>
            <a:rect r="r" b="b" t="t" l="l"/>
            <a:pathLst>
              <a:path h="2101089" w="3001556">
                <a:moveTo>
                  <a:pt x="0" y="0"/>
                </a:moveTo>
                <a:lnTo>
                  <a:pt x="3001555" y="0"/>
                </a:lnTo>
                <a:lnTo>
                  <a:pt x="3001555" y="2101089"/>
                </a:lnTo>
                <a:lnTo>
                  <a:pt x="0" y="21010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698222" y="3778804"/>
            <a:ext cx="3410312" cy="3193769"/>
          </a:xfrm>
          <a:custGeom>
            <a:avLst/>
            <a:gdLst/>
            <a:ahLst/>
            <a:cxnLst/>
            <a:rect r="r" b="b" t="t" l="l"/>
            <a:pathLst>
              <a:path h="3193769" w="3410312">
                <a:moveTo>
                  <a:pt x="0" y="0"/>
                </a:moveTo>
                <a:lnTo>
                  <a:pt x="3410312" y="0"/>
                </a:lnTo>
                <a:lnTo>
                  <a:pt x="3410312" y="3193769"/>
                </a:lnTo>
                <a:lnTo>
                  <a:pt x="0" y="31937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1770" t="-21793" r="-18595" b="-28089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954546" y="1247013"/>
            <a:ext cx="12378908" cy="885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49"/>
              </a:lnSpc>
            </a:pPr>
            <a:r>
              <a:rPr lang="en-US" b="true" sz="5249">
                <a:solidFill>
                  <a:srgbClr val="01070A"/>
                </a:solidFill>
                <a:latin typeface="DM Sans Bold"/>
                <a:ea typeface="DM Sans Bold"/>
                <a:cs typeface="DM Sans Bold"/>
                <a:sym typeface="DM Sans Bold"/>
              </a:rPr>
              <a:t>角色設計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394429" y="6774592"/>
            <a:ext cx="1475416" cy="652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20"/>
              </a:lnSpc>
              <a:spcBef>
                <a:spcPct val="0"/>
              </a:spcBef>
            </a:pPr>
            <a:r>
              <a:rPr lang="en-US" sz="3872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小學徒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517624" y="4455106"/>
            <a:ext cx="5845815" cy="3468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拜甜才糖果師為師，在天才糖果師膝下學習製作糖果，這次跟著師父一起參加比賽，一方面累積經驗，另一方面想獲得師父的認可</a:t>
            </a:r>
          </a:p>
          <a:p>
            <a:pPr algn="just">
              <a:lnSpc>
                <a:spcPts val="462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973208" y="2725793"/>
            <a:ext cx="14696348" cy="5754386"/>
            <a:chOff x="0" y="0"/>
            <a:chExt cx="6265987" cy="245346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265987" cy="2453461"/>
            </a:xfrm>
            <a:custGeom>
              <a:avLst/>
              <a:gdLst/>
              <a:ahLst/>
              <a:cxnLst/>
              <a:rect r="r" b="b" t="t" l="l"/>
              <a:pathLst>
                <a:path h="2453461" w="6265987">
                  <a:moveTo>
                    <a:pt x="16331" y="0"/>
                  </a:moveTo>
                  <a:lnTo>
                    <a:pt x="6249657" y="0"/>
                  </a:lnTo>
                  <a:cubicBezTo>
                    <a:pt x="6258676" y="0"/>
                    <a:pt x="6265987" y="7311"/>
                    <a:pt x="6265987" y="16331"/>
                  </a:cubicBezTo>
                  <a:lnTo>
                    <a:pt x="6265987" y="2437130"/>
                  </a:lnTo>
                  <a:cubicBezTo>
                    <a:pt x="6265987" y="2446149"/>
                    <a:pt x="6258676" y="2453461"/>
                    <a:pt x="6249657" y="2453461"/>
                  </a:cubicBezTo>
                  <a:lnTo>
                    <a:pt x="16331" y="2453461"/>
                  </a:lnTo>
                  <a:cubicBezTo>
                    <a:pt x="7311" y="2453461"/>
                    <a:pt x="0" y="2446149"/>
                    <a:pt x="0" y="2437130"/>
                  </a:cubicBezTo>
                  <a:lnTo>
                    <a:pt x="0" y="16331"/>
                  </a:lnTo>
                  <a:cubicBezTo>
                    <a:pt x="0" y="7311"/>
                    <a:pt x="7311" y="0"/>
                    <a:pt x="1633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265987" cy="25010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761814" y="4083343"/>
            <a:ext cx="2444138" cy="2444138"/>
          </a:xfrm>
          <a:custGeom>
            <a:avLst/>
            <a:gdLst/>
            <a:ahLst/>
            <a:cxnLst/>
            <a:rect r="r" b="b" t="t" l="l"/>
            <a:pathLst>
              <a:path h="2444138" w="2444138">
                <a:moveTo>
                  <a:pt x="0" y="0"/>
                </a:moveTo>
                <a:lnTo>
                  <a:pt x="2444139" y="0"/>
                </a:lnTo>
                <a:lnTo>
                  <a:pt x="2444139" y="2444138"/>
                </a:lnTo>
                <a:lnTo>
                  <a:pt x="0" y="24441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29674" y="7340346"/>
            <a:ext cx="3001556" cy="2101089"/>
          </a:xfrm>
          <a:custGeom>
            <a:avLst/>
            <a:gdLst/>
            <a:ahLst/>
            <a:cxnLst/>
            <a:rect r="r" b="b" t="t" l="l"/>
            <a:pathLst>
              <a:path h="2101089" w="3001556">
                <a:moveTo>
                  <a:pt x="0" y="0"/>
                </a:moveTo>
                <a:lnTo>
                  <a:pt x="3001555" y="0"/>
                </a:lnTo>
                <a:lnTo>
                  <a:pt x="3001555" y="2101089"/>
                </a:lnTo>
                <a:lnTo>
                  <a:pt x="0" y="21010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154642" y="3474266"/>
            <a:ext cx="3658483" cy="3662291"/>
          </a:xfrm>
          <a:custGeom>
            <a:avLst/>
            <a:gdLst/>
            <a:ahLst/>
            <a:cxnLst/>
            <a:rect r="r" b="b" t="t" l="l"/>
            <a:pathLst>
              <a:path h="3662291" w="3658483">
                <a:moveTo>
                  <a:pt x="0" y="0"/>
                </a:moveTo>
                <a:lnTo>
                  <a:pt x="3658483" y="0"/>
                </a:lnTo>
                <a:lnTo>
                  <a:pt x="3658483" y="3662291"/>
                </a:lnTo>
                <a:lnTo>
                  <a:pt x="0" y="36622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4051" t="-28885" r="-31023" b="-26028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954546" y="1247013"/>
            <a:ext cx="12378908" cy="885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49"/>
              </a:lnSpc>
            </a:pPr>
            <a:r>
              <a:rPr lang="en-US" b="true" sz="5249">
                <a:solidFill>
                  <a:srgbClr val="01070A"/>
                </a:solidFill>
                <a:latin typeface="DM Sans Bold"/>
                <a:ea typeface="DM Sans Bold"/>
                <a:cs typeface="DM Sans Bold"/>
                <a:sym typeface="DM Sans Bold"/>
              </a:rPr>
              <a:t>角色設計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000376" y="7079130"/>
            <a:ext cx="1967015" cy="652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20"/>
              </a:lnSpc>
              <a:spcBef>
                <a:spcPct val="0"/>
              </a:spcBef>
            </a:pPr>
            <a:r>
              <a:rPr lang="en-US" sz="3872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黑糖商人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565807" y="4247201"/>
            <a:ext cx="5845815" cy="2306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比起獎杯更看重比賽帶來的商機，想靠比賽推銷自己的產品，藉此大賺一筆</a:t>
            </a:r>
          </a:p>
          <a:p>
            <a:pPr algn="just">
              <a:lnSpc>
                <a:spcPts val="462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973208" y="2725793"/>
            <a:ext cx="14696348" cy="6850670"/>
            <a:chOff x="0" y="0"/>
            <a:chExt cx="6265987" cy="29208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265987" cy="2920876"/>
            </a:xfrm>
            <a:custGeom>
              <a:avLst/>
              <a:gdLst/>
              <a:ahLst/>
              <a:cxnLst/>
              <a:rect r="r" b="b" t="t" l="l"/>
              <a:pathLst>
                <a:path h="2920876" w="6265987">
                  <a:moveTo>
                    <a:pt x="16331" y="0"/>
                  </a:moveTo>
                  <a:lnTo>
                    <a:pt x="6249657" y="0"/>
                  </a:lnTo>
                  <a:cubicBezTo>
                    <a:pt x="6258676" y="0"/>
                    <a:pt x="6265987" y="7311"/>
                    <a:pt x="6265987" y="16331"/>
                  </a:cubicBezTo>
                  <a:lnTo>
                    <a:pt x="6265987" y="2904545"/>
                  </a:lnTo>
                  <a:cubicBezTo>
                    <a:pt x="6265987" y="2908876"/>
                    <a:pt x="6264267" y="2913030"/>
                    <a:pt x="6261204" y="2916093"/>
                  </a:cubicBezTo>
                  <a:cubicBezTo>
                    <a:pt x="6258142" y="2919155"/>
                    <a:pt x="6253988" y="2920876"/>
                    <a:pt x="6249657" y="2920876"/>
                  </a:cubicBezTo>
                  <a:lnTo>
                    <a:pt x="16331" y="2920876"/>
                  </a:lnTo>
                  <a:cubicBezTo>
                    <a:pt x="7311" y="2920876"/>
                    <a:pt x="0" y="2913564"/>
                    <a:pt x="0" y="2904545"/>
                  </a:cubicBezTo>
                  <a:lnTo>
                    <a:pt x="0" y="16331"/>
                  </a:lnTo>
                  <a:cubicBezTo>
                    <a:pt x="0" y="7311"/>
                    <a:pt x="7311" y="0"/>
                    <a:pt x="1633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265987" cy="29685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4372108" y="7933002"/>
            <a:ext cx="3001556" cy="2101089"/>
          </a:xfrm>
          <a:custGeom>
            <a:avLst/>
            <a:gdLst/>
            <a:ahLst/>
            <a:cxnLst/>
            <a:rect r="r" b="b" t="t" l="l"/>
            <a:pathLst>
              <a:path h="2101089" w="3001556">
                <a:moveTo>
                  <a:pt x="0" y="0"/>
                </a:moveTo>
                <a:lnTo>
                  <a:pt x="3001555" y="0"/>
                </a:lnTo>
                <a:lnTo>
                  <a:pt x="3001555" y="2101089"/>
                </a:lnTo>
                <a:lnTo>
                  <a:pt x="0" y="21010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41809" y="6099646"/>
            <a:ext cx="3748496" cy="3666710"/>
          </a:xfrm>
          <a:custGeom>
            <a:avLst/>
            <a:gdLst/>
            <a:ahLst/>
            <a:cxnLst/>
            <a:rect r="r" b="b" t="t" l="l"/>
            <a:pathLst>
              <a:path h="3666710" w="3748496">
                <a:moveTo>
                  <a:pt x="0" y="0"/>
                </a:moveTo>
                <a:lnTo>
                  <a:pt x="3748495" y="0"/>
                </a:lnTo>
                <a:lnTo>
                  <a:pt x="3748495" y="3666711"/>
                </a:lnTo>
                <a:lnTo>
                  <a:pt x="0" y="36667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150905" y="2922075"/>
            <a:ext cx="4563728" cy="6458106"/>
          </a:xfrm>
          <a:custGeom>
            <a:avLst/>
            <a:gdLst/>
            <a:ahLst/>
            <a:cxnLst/>
            <a:rect r="r" b="b" t="t" l="l"/>
            <a:pathLst>
              <a:path h="6458106" w="4563728">
                <a:moveTo>
                  <a:pt x="0" y="0"/>
                </a:moveTo>
                <a:lnTo>
                  <a:pt x="4563728" y="0"/>
                </a:lnTo>
                <a:lnTo>
                  <a:pt x="4563728" y="6458106"/>
                </a:lnTo>
                <a:lnTo>
                  <a:pt x="0" y="64581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>
            <a:off x="11714633" y="3316920"/>
            <a:ext cx="113718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5730328" y="3316920"/>
            <a:ext cx="142057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7150905" y="2922075"/>
            <a:ext cx="1210214" cy="665602"/>
            <a:chOff x="0" y="0"/>
            <a:chExt cx="318739" cy="17530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18739" cy="175302"/>
            </a:xfrm>
            <a:custGeom>
              <a:avLst/>
              <a:gdLst/>
              <a:ahLst/>
              <a:cxnLst/>
              <a:rect r="r" b="b" t="t" l="l"/>
              <a:pathLst>
                <a:path h="175302" w="318739">
                  <a:moveTo>
                    <a:pt x="0" y="0"/>
                  </a:moveTo>
                  <a:lnTo>
                    <a:pt x="318739" y="0"/>
                  </a:lnTo>
                  <a:lnTo>
                    <a:pt x="318739" y="175302"/>
                  </a:lnTo>
                  <a:lnTo>
                    <a:pt x="0" y="1753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F25668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318739" cy="2229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954546" y="1247013"/>
            <a:ext cx="12378908" cy="885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49"/>
              </a:lnSpc>
            </a:pPr>
            <a:r>
              <a:rPr lang="en-US" b="true" sz="5249">
                <a:solidFill>
                  <a:srgbClr val="01070A"/>
                </a:solidFill>
                <a:latin typeface="DM Sans Bold"/>
                <a:ea typeface="DM Sans Bold"/>
                <a:cs typeface="DM Sans Bold"/>
                <a:sym typeface="DM Sans Bold"/>
              </a:rPr>
              <a:t>介面設計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504419" y="2922075"/>
            <a:ext cx="1210214" cy="665602"/>
            <a:chOff x="0" y="0"/>
            <a:chExt cx="318739" cy="17530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18739" cy="175302"/>
            </a:xfrm>
            <a:custGeom>
              <a:avLst/>
              <a:gdLst/>
              <a:ahLst/>
              <a:cxnLst/>
              <a:rect r="r" b="b" t="t" l="l"/>
              <a:pathLst>
                <a:path h="175302" w="318739">
                  <a:moveTo>
                    <a:pt x="0" y="0"/>
                  </a:moveTo>
                  <a:lnTo>
                    <a:pt x="318739" y="0"/>
                  </a:lnTo>
                  <a:lnTo>
                    <a:pt x="318739" y="175302"/>
                  </a:lnTo>
                  <a:lnTo>
                    <a:pt x="0" y="1753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F25668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318739" cy="2229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848342" y="6508557"/>
            <a:ext cx="1815338" cy="2254054"/>
            <a:chOff x="0" y="0"/>
            <a:chExt cx="478114" cy="5936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78114" cy="593660"/>
            </a:xfrm>
            <a:custGeom>
              <a:avLst/>
              <a:gdLst/>
              <a:ahLst/>
              <a:cxnLst/>
              <a:rect r="r" b="b" t="t" l="l"/>
              <a:pathLst>
                <a:path h="593660" w="478114">
                  <a:moveTo>
                    <a:pt x="0" y="0"/>
                  </a:moveTo>
                  <a:lnTo>
                    <a:pt x="478114" y="0"/>
                  </a:lnTo>
                  <a:lnTo>
                    <a:pt x="478114" y="593660"/>
                  </a:lnTo>
                  <a:lnTo>
                    <a:pt x="0" y="5936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F25668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478114" cy="641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504419" y="6151128"/>
            <a:ext cx="1815338" cy="2254054"/>
            <a:chOff x="0" y="0"/>
            <a:chExt cx="478114" cy="5936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78114" cy="593660"/>
            </a:xfrm>
            <a:custGeom>
              <a:avLst/>
              <a:gdLst/>
              <a:ahLst/>
              <a:cxnLst/>
              <a:rect r="r" b="b" t="t" l="l"/>
              <a:pathLst>
                <a:path h="593660" w="478114">
                  <a:moveTo>
                    <a:pt x="0" y="0"/>
                  </a:moveTo>
                  <a:lnTo>
                    <a:pt x="478114" y="0"/>
                  </a:lnTo>
                  <a:lnTo>
                    <a:pt x="478114" y="593660"/>
                  </a:lnTo>
                  <a:lnTo>
                    <a:pt x="0" y="5936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F25668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478114" cy="641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sp>
        <p:nvSpPr>
          <p:cNvPr name="AutoShape 24" id="24"/>
          <p:cNvSpPr/>
          <p:nvPr/>
        </p:nvSpPr>
        <p:spPr>
          <a:xfrm>
            <a:off x="8595522" y="7268630"/>
            <a:ext cx="1908707" cy="19050"/>
          </a:xfrm>
          <a:prstGeom prst="line">
            <a:avLst/>
          </a:prstGeom>
          <a:ln cap="flat" w="38100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12319867" y="6869394"/>
            <a:ext cx="730244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6" id="26"/>
          <p:cNvSpPr txBox="true"/>
          <p:nvPr/>
        </p:nvSpPr>
        <p:spPr>
          <a:xfrm rot="0">
            <a:off x="4726819" y="3047683"/>
            <a:ext cx="711250" cy="481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分數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147088" y="3047683"/>
            <a:ext cx="1777901" cy="481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設定和暫停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207438" y="6597888"/>
            <a:ext cx="1777901" cy="481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操作的位置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622267" y="3316920"/>
            <a:ext cx="1245973" cy="1456943"/>
            <a:chOff x="0" y="0"/>
            <a:chExt cx="328158" cy="38372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28158" cy="383722"/>
            </a:xfrm>
            <a:custGeom>
              <a:avLst/>
              <a:gdLst/>
              <a:ahLst/>
              <a:cxnLst/>
              <a:rect r="r" b="b" t="t" l="l"/>
              <a:pathLst>
                <a:path h="383722" w="328158">
                  <a:moveTo>
                    <a:pt x="0" y="0"/>
                  </a:moveTo>
                  <a:lnTo>
                    <a:pt x="328158" y="0"/>
                  </a:lnTo>
                  <a:lnTo>
                    <a:pt x="328158" y="383722"/>
                  </a:lnTo>
                  <a:lnTo>
                    <a:pt x="0" y="38372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F25668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328158" cy="4313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sp>
        <p:nvSpPr>
          <p:cNvPr name="AutoShape 32" id="32"/>
          <p:cNvSpPr/>
          <p:nvPr/>
        </p:nvSpPr>
        <p:spPr>
          <a:xfrm flipV="true">
            <a:off x="10868240" y="4397302"/>
            <a:ext cx="198357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3" id="33"/>
          <p:cNvSpPr txBox="true"/>
          <p:nvPr/>
        </p:nvSpPr>
        <p:spPr>
          <a:xfrm rot="0">
            <a:off x="13385139" y="4125840"/>
            <a:ext cx="711250" cy="481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人物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18968" y="1760572"/>
            <a:ext cx="14650064" cy="7379489"/>
            <a:chOff x="0" y="0"/>
            <a:chExt cx="4491524" cy="22624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91524" cy="2262458"/>
            </a:xfrm>
            <a:custGeom>
              <a:avLst/>
              <a:gdLst/>
              <a:ahLst/>
              <a:cxnLst/>
              <a:rect r="r" b="b" t="t" l="l"/>
              <a:pathLst>
                <a:path h="2262458" w="4491524">
                  <a:moveTo>
                    <a:pt x="5813" y="0"/>
                  </a:moveTo>
                  <a:lnTo>
                    <a:pt x="4485710" y="0"/>
                  </a:lnTo>
                  <a:cubicBezTo>
                    <a:pt x="4487252" y="0"/>
                    <a:pt x="4488731" y="612"/>
                    <a:pt x="4489821" y="1703"/>
                  </a:cubicBezTo>
                  <a:cubicBezTo>
                    <a:pt x="4490911" y="2793"/>
                    <a:pt x="4491524" y="4271"/>
                    <a:pt x="4491524" y="5813"/>
                  </a:cubicBezTo>
                  <a:lnTo>
                    <a:pt x="4491524" y="2256645"/>
                  </a:lnTo>
                  <a:cubicBezTo>
                    <a:pt x="4491524" y="2258187"/>
                    <a:pt x="4490911" y="2259665"/>
                    <a:pt x="4489821" y="2260755"/>
                  </a:cubicBezTo>
                  <a:cubicBezTo>
                    <a:pt x="4488731" y="2261845"/>
                    <a:pt x="4487252" y="2262458"/>
                    <a:pt x="4485710" y="2262458"/>
                  </a:cubicBezTo>
                  <a:lnTo>
                    <a:pt x="5813" y="2262458"/>
                  </a:lnTo>
                  <a:cubicBezTo>
                    <a:pt x="4271" y="2262458"/>
                    <a:pt x="2793" y="2261845"/>
                    <a:pt x="1703" y="2260755"/>
                  </a:cubicBezTo>
                  <a:cubicBezTo>
                    <a:pt x="612" y="2259665"/>
                    <a:pt x="0" y="2258187"/>
                    <a:pt x="0" y="2256645"/>
                  </a:cubicBezTo>
                  <a:lnTo>
                    <a:pt x="0" y="5813"/>
                  </a:lnTo>
                  <a:cubicBezTo>
                    <a:pt x="0" y="4271"/>
                    <a:pt x="612" y="2793"/>
                    <a:pt x="1703" y="1703"/>
                  </a:cubicBezTo>
                  <a:cubicBezTo>
                    <a:pt x="2793" y="612"/>
                    <a:pt x="4271" y="0"/>
                    <a:pt x="5813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491524" cy="23100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6794562" y="4050950"/>
            <a:ext cx="0" cy="455424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1493438" y="4050950"/>
            <a:ext cx="0" cy="455424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2270512" y="4481624"/>
            <a:ext cx="4167278" cy="647248"/>
            <a:chOff x="0" y="0"/>
            <a:chExt cx="1008606" cy="15665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08606" cy="156653"/>
            </a:xfrm>
            <a:custGeom>
              <a:avLst/>
              <a:gdLst/>
              <a:ahLst/>
              <a:cxnLst/>
              <a:rect r="r" b="b" t="t" l="l"/>
              <a:pathLst>
                <a:path h="156653" w="1008606">
                  <a:moveTo>
                    <a:pt x="14862" y="0"/>
                  </a:moveTo>
                  <a:lnTo>
                    <a:pt x="993744" y="0"/>
                  </a:lnTo>
                  <a:cubicBezTo>
                    <a:pt x="997686" y="0"/>
                    <a:pt x="1001466" y="1566"/>
                    <a:pt x="1004253" y="4353"/>
                  </a:cubicBezTo>
                  <a:cubicBezTo>
                    <a:pt x="1007040" y="7140"/>
                    <a:pt x="1008606" y="10921"/>
                    <a:pt x="1008606" y="14862"/>
                  </a:cubicBezTo>
                  <a:lnTo>
                    <a:pt x="1008606" y="141791"/>
                  </a:lnTo>
                  <a:cubicBezTo>
                    <a:pt x="1008606" y="145733"/>
                    <a:pt x="1007040" y="149513"/>
                    <a:pt x="1004253" y="152300"/>
                  </a:cubicBezTo>
                  <a:cubicBezTo>
                    <a:pt x="1001466" y="155088"/>
                    <a:pt x="997686" y="156653"/>
                    <a:pt x="993744" y="156653"/>
                  </a:cubicBezTo>
                  <a:lnTo>
                    <a:pt x="14862" y="156653"/>
                  </a:lnTo>
                  <a:cubicBezTo>
                    <a:pt x="10921" y="156653"/>
                    <a:pt x="7140" y="155088"/>
                    <a:pt x="4353" y="152300"/>
                  </a:cubicBezTo>
                  <a:cubicBezTo>
                    <a:pt x="1566" y="149513"/>
                    <a:pt x="0" y="145733"/>
                    <a:pt x="0" y="141791"/>
                  </a:cubicBezTo>
                  <a:lnTo>
                    <a:pt x="0" y="14862"/>
                  </a:lnTo>
                  <a:cubicBezTo>
                    <a:pt x="0" y="10921"/>
                    <a:pt x="1566" y="7140"/>
                    <a:pt x="4353" y="4353"/>
                  </a:cubicBezTo>
                  <a:cubicBezTo>
                    <a:pt x="7140" y="1566"/>
                    <a:pt x="10921" y="0"/>
                    <a:pt x="14862" y="0"/>
                  </a:cubicBezTo>
                  <a:close/>
                </a:path>
              </a:pathLst>
            </a:custGeom>
            <a:solidFill>
              <a:srgbClr val="01070A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008606" cy="2042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21"/>
                </a:lnSpc>
              </a:pPr>
              <a:r>
                <a:rPr lang="en-US" sz="2372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首頁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060361" y="4481624"/>
            <a:ext cx="4167278" cy="647248"/>
            <a:chOff x="0" y="0"/>
            <a:chExt cx="1008606" cy="15665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08606" cy="156653"/>
            </a:xfrm>
            <a:custGeom>
              <a:avLst/>
              <a:gdLst/>
              <a:ahLst/>
              <a:cxnLst/>
              <a:rect r="r" b="b" t="t" l="l"/>
              <a:pathLst>
                <a:path h="156653" w="1008606">
                  <a:moveTo>
                    <a:pt x="14862" y="0"/>
                  </a:moveTo>
                  <a:lnTo>
                    <a:pt x="993744" y="0"/>
                  </a:lnTo>
                  <a:cubicBezTo>
                    <a:pt x="997686" y="0"/>
                    <a:pt x="1001466" y="1566"/>
                    <a:pt x="1004253" y="4353"/>
                  </a:cubicBezTo>
                  <a:cubicBezTo>
                    <a:pt x="1007040" y="7140"/>
                    <a:pt x="1008606" y="10921"/>
                    <a:pt x="1008606" y="14862"/>
                  </a:cubicBezTo>
                  <a:lnTo>
                    <a:pt x="1008606" y="141791"/>
                  </a:lnTo>
                  <a:cubicBezTo>
                    <a:pt x="1008606" y="145733"/>
                    <a:pt x="1007040" y="149513"/>
                    <a:pt x="1004253" y="152300"/>
                  </a:cubicBezTo>
                  <a:cubicBezTo>
                    <a:pt x="1001466" y="155088"/>
                    <a:pt x="997686" y="156653"/>
                    <a:pt x="993744" y="156653"/>
                  </a:cubicBezTo>
                  <a:lnTo>
                    <a:pt x="14862" y="156653"/>
                  </a:lnTo>
                  <a:cubicBezTo>
                    <a:pt x="10921" y="156653"/>
                    <a:pt x="7140" y="155088"/>
                    <a:pt x="4353" y="152300"/>
                  </a:cubicBezTo>
                  <a:cubicBezTo>
                    <a:pt x="1566" y="149513"/>
                    <a:pt x="0" y="145733"/>
                    <a:pt x="0" y="141791"/>
                  </a:cubicBezTo>
                  <a:lnTo>
                    <a:pt x="0" y="14862"/>
                  </a:lnTo>
                  <a:cubicBezTo>
                    <a:pt x="0" y="10921"/>
                    <a:pt x="1566" y="7140"/>
                    <a:pt x="4353" y="4353"/>
                  </a:cubicBezTo>
                  <a:cubicBezTo>
                    <a:pt x="7140" y="1566"/>
                    <a:pt x="10921" y="0"/>
                    <a:pt x="14862" y="0"/>
                  </a:cubicBezTo>
                  <a:close/>
                </a:path>
              </a:pathLst>
            </a:custGeom>
            <a:solidFill>
              <a:srgbClr val="01070A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008606" cy="2042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21"/>
                </a:lnSpc>
              </a:pPr>
              <a:r>
                <a:rPr lang="en-US" sz="2372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開始遊戲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761261" y="4481624"/>
            <a:ext cx="4167278" cy="647248"/>
            <a:chOff x="0" y="0"/>
            <a:chExt cx="1008606" cy="15665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08606" cy="156653"/>
            </a:xfrm>
            <a:custGeom>
              <a:avLst/>
              <a:gdLst/>
              <a:ahLst/>
              <a:cxnLst/>
              <a:rect r="r" b="b" t="t" l="l"/>
              <a:pathLst>
                <a:path h="156653" w="1008606">
                  <a:moveTo>
                    <a:pt x="14862" y="0"/>
                  </a:moveTo>
                  <a:lnTo>
                    <a:pt x="993744" y="0"/>
                  </a:lnTo>
                  <a:cubicBezTo>
                    <a:pt x="997686" y="0"/>
                    <a:pt x="1001466" y="1566"/>
                    <a:pt x="1004253" y="4353"/>
                  </a:cubicBezTo>
                  <a:cubicBezTo>
                    <a:pt x="1007040" y="7140"/>
                    <a:pt x="1008606" y="10921"/>
                    <a:pt x="1008606" y="14862"/>
                  </a:cubicBezTo>
                  <a:lnTo>
                    <a:pt x="1008606" y="141791"/>
                  </a:lnTo>
                  <a:cubicBezTo>
                    <a:pt x="1008606" y="145733"/>
                    <a:pt x="1007040" y="149513"/>
                    <a:pt x="1004253" y="152300"/>
                  </a:cubicBezTo>
                  <a:cubicBezTo>
                    <a:pt x="1001466" y="155088"/>
                    <a:pt x="997686" y="156653"/>
                    <a:pt x="993744" y="156653"/>
                  </a:cubicBezTo>
                  <a:lnTo>
                    <a:pt x="14862" y="156653"/>
                  </a:lnTo>
                  <a:cubicBezTo>
                    <a:pt x="10921" y="156653"/>
                    <a:pt x="7140" y="155088"/>
                    <a:pt x="4353" y="152300"/>
                  </a:cubicBezTo>
                  <a:cubicBezTo>
                    <a:pt x="1566" y="149513"/>
                    <a:pt x="0" y="145733"/>
                    <a:pt x="0" y="141791"/>
                  </a:cubicBezTo>
                  <a:lnTo>
                    <a:pt x="0" y="14862"/>
                  </a:lnTo>
                  <a:cubicBezTo>
                    <a:pt x="0" y="10921"/>
                    <a:pt x="1566" y="7140"/>
                    <a:pt x="4353" y="4353"/>
                  </a:cubicBezTo>
                  <a:cubicBezTo>
                    <a:pt x="7140" y="1566"/>
                    <a:pt x="10921" y="0"/>
                    <a:pt x="14862" y="0"/>
                  </a:cubicBezTo>
                  <a:close/>
                </a:path>
              </a:pathLst>
            </a:custGeom>
            <a:solidFill>
              <a:srgbClr val="01070A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008606" cy="2042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21"/>
                </a:lnSpc>
              </a:pPr>
              <a:r>
                <a:rPr lang="en-US" sz="2372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遊玩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741809" y="6410746"/>
            <a:ext cx="3748496" cy="3666710"/>
          </a:xfrm>
          <a:custGeom>
            <a:avLst/>
            <a:gdLst/>
            <a:ahLst/>
            <a:cxnLst/>
            <a:rect r="r" b="b" t="t" l="l"/>
            <a:pathLst>
              <a:path h="3666710" w="3748496">
                <a:moveTo>
                  <a:pt x="0" y="0"/>
                </a:moveTo>
                <a:lnTo>
                  <a:pt x="3748495" y="0"/>
                </a:lnTo>
                <a:lnTo>
                  <a:pt x="3748495" y="3666710"/>
                </a:lnTo>
                <a:lnTo>
                  <a:pt x="0" y="36667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3935336" y="710028"/>
            <a:ext cx="3493981" cy="2445787"/>
          </a:xfrm>
          <a:custGeom>
            <a:avLst/>
            <a:gdLst/>
            <a:ahLst/>
            <a:cxnLst/>
            <a:rect r="r" b="b" t="t" l="l"/>
            <a:pathLst>
              <a:path h="2445787" w="3493981">
                <a:moveTo>
                  <a:pt x="0" y="0"/>
                </a:moveTo>
                <a:lnTo>
                  <a:pt x="3493981" y="0"/>
                </a:lnTo>
                <a:lnTo>
                  <a:pt x="3493981" y="2445786"/>
                </a:lnTo>
                <a:lnTo>
                  <a:pt x="0" y="24457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922223" y="2506411"/>
            <a:ext cx="12443555" cy="920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31"/>
              </a:lnSpc>
              <a:spcBef>
                <a:spcPct val="0"/>
              </a:spcBef>
            </a:pPr>
            <a:r>
              <a:rPr lang="en-US" b="true" sz="5379">
                <a:solidFill>
                  <a:srgbClr val="01070A"/>
                </a:solidFill>
                <a:latin typeface="DM Sans Bold"/>
                <a:ea typeface="DM Sans Bold"/>
                <a:cs typeface="DM Sans Bold"/>
                <a:sym typeface="DM Sans Bold"/>
              </a:rPr>
              <a:t>遊戲流程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7060361" y="5763498"/>
            <a:ext cx="4167278" cy="647248"/>
            <a:chOff x="0" y="0"/>
            <a:chExt cx="1008606" cy="15665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08606" cy="156653"/>
            </a:xfrm>
            <a:custGeom>
              <a:avLst/>
              <a:gdLst/>
              <a:ahLst/>
              <a:cxnLst/>
              <a:rect r="r" b="b" t="t" l="l"/>
              <a:pathLst>
                <a:path h="156653" w="1008606">
                  <a:moveTo>
                    <a:pt x="14862" y="0"/>
                  </a:moveTo>
                  <a:lnTo>
                    <a:pt x="993744" y="0"/>
                  </a:lnTo>
                  <a:cubicBezTo>
                    <a:pt x="997686" y="0"/>
                    <a:pt x="1001466" y="1566"/>
                    <a:pt x="1004253" y="4353"/>
                  </a:cubicBezTo>
                  <a:cubicBezTo>
                    <a:pt x="1007040" y="7140"/>
                    <a:pt x="1008606" y="10921"/>
                    <a:pt x="1008606" y="14862"/>
                  </a:cubicBezTo>
                  <a:lnTo>
                    <a:pt x="1008606" y="141791"/>
                  </a:lnTo>
                  <a:cubicBezTo>
                    <a:pt x="1008606" y="145733"/>
                    <a:pt x="1007040" y="149513"/>
                    <a:pt x="1004253" y="152300"/>
                  </a:cubicBezTo>
                  <a:cubicBezTo>
                    <a:pt x="1001466" y="155088"/>
                    <a:pt x="997686" y="156653"/>
                    <a:pt x="993744" y="156653"/>
                  </a:cubicBezTo>
                  <a:lnTo>
                    <a:pt x="14862" y="156653"/>
                  </a:lnTo>
                  <a:cubicBezTo>
                    <a:pt x="10921" y="156653"/>
                    <a:pt x="7140" y="155088"/>
                    <a:pt x="4353" y="152300"/>
                  </a:cubicBezTo>
                  <a:cubicBezTo>
                    <a:pt x="1566" y="149513"/>
                    <a:pt x="0" y="145733"/>
                    <a:pt x="0" y="141791"/>
                  </a:cubicBezTo>
                  <a:lnTo>
                    <a:pt x="0" y="14862"/>
                  </a:lnTo>
                  <a:cubicBezTo>
                    <a:pt x="0" y="10921"/>
                    <a:pt x="1566" y="7140"/>
                    <a:pt x="4353" y="4353"/>
                  </a:cubicBezTo>
                  <a:cubicBezTo>
                    <a:pt x="7140" y="1566"/>
                    <a:pt x="10921" y="0"/>
                    <a:pt x="14862" y="0"/>
                  </a:cubicBezTo>
                  <a:close/>
                </a:path>
              </a:pathLst>
            </a:custGeom>
            <a:solidFill>
              <a:srgbClr val="01070A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008606" cy="2042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21"/>
                </a:lnSpc>
              </a:pPr>
              <a:r>
                <a:rPr lang="en-US" sz="2372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角色選擇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060361" y="7048921"/>
            <a:ext cx="4167278" cy="647248"/>
            <a:chOff x="0" y="0"/>
            <a:chExt cx="1008606" cy="15665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08606" cy="156653"/>
            </a:xfrm>
            <a:custGeom>
              <a:avLst/>
              <a:gdLst/>
              <a:ahLst/>
              <a:cxnLst/>
              <a:rect r="r" b="b" t="t" l="l"/>
              <a:pathLst>
                <a:path h="156653" w="1008606">
                  <a:moveTo>
                    <a:pt x="14862" y="0"/>
                  </a:moveTo>
                  <a:lnTo>
                    <a:pt x="993744" y="0"/>
                  </a:lnTo>
                  <a:cubicBezTo>
                    <a:pt x="997686" y="0"/>
                    <a:pt x="1001466" y="1566"/>
                    <a:pt x="1004253" y="4353"/>
                  </a:cubicBezTo>
                  <a:cubicBezTo>
                    <a:pt x="1007040" y="7140"/>
                    <a:pt x="1008606" y="10921"/>
                    <a:pt x="1008606" y="14862"/>
                  </a:cubicBezTo>
                  <a:lnTo>
                    <a:pt x="1008606" y="141791"/>
                  </a:lnTo>
                  <a:cubicBezTo>
                    <a:pt x="1008606" y="145733"/>
                    <a:pt x="1007040" y="149513"/>
                    <a:pt x="1004253" y="152300"/>
                  </a:cubicBezTo>
                  <a:cubicBezTo>
                    <a:pt x="1001466" y="155088"/>
                    <a:pt x="997686" y="156653"/>
                    <a:pt x="993744" y="156653"/>
                  </a:cubicBezTo>
                  <a:lnTo>
                    <a:pt x="14862" y="156653"/>
                  </a:lnTo>
                  <a:cubicBezTo>
                    <a:pt x="10921" y="156653"/>
                    <a:pt x="7140" y="155088"/>
                    <a:pt x="4353" y="152300"/>
                  </a:cubicBezTo>
                  <a:cubicBezTo>
                    <a:pt x="1566" y="149513"/>
                    <a:pt x="0" y="145733"/>
                    <a:pt x="0" y="141791"/>
                  </a:cubicBezTo>
                  <a:lnTo>
                    <a:pt x="0" y="14862"/>
                  </a:lnTo>
                  <a:cubicBezTo>
                    <a:pt x="0" y="10921"/>
                    <a:pt x="1566" y="7140"/>
                    <a:pt x="4353" y="4353"/>
                  </a:cubicBezTo>
                  <a:cubicBezTo>
                    <a:pt x="7140" y="1566"/>
                    <a:pt x="10921" y="0"/>
                    <a:pt x="14862" y="0"/>
                  </a:cubicBezTo>
                  <a:close/>
                </a:path>
              </a:pathLst>
            </a:custGeom>
            <a:solidFill>
              <a:srgbClr val="01070A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008606" cy="2042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21"/>
                </a:lnSpc>
              </a:pPr>
              <a:r>
                <a:rPr lang="en-US" sz="2372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糖果圖鑑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148747" y="1219539"/>
            <a:ext cx="5990506" cy="1086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865"/>
              </a:lnSpc>
              <a:spcBef>
                <a:spcPct val="0"/>
              </a:spcBef>
            </a:pPr>
            <a:r>
              <a:rPr lang="en-US" b="true" sz="6332">
                <a:solidFill>
                  <a:srgbClr val="01070A"/>
                </a:solidFill>
                <a:latin typeface="DM Sans Bold"/>
                <a:ea typeface="DM Sans Bold"/>
                <a:cs typeface="DM Sans Bold"/>
                <a:sym typeface="DM Sans Bold"/>
              </a:rPr>
              <a:t>參考資料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3615679" y="3302741"/>
            <a:ext cx="5490894" cy="4535238"/>
            <a:chOff x="0" y="0"/>
            <a:chExt cx="1319447" cy="108980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19447" cy="1089805"/>
            </a:xfrm>
            <a:custGeom>
              <a:avLst/>
              <a:gdLst/>
              <a:ahLst/>
              <a:cxnLst/>
              <a:rect r="r" b="b" t="t" l="l"/>
              <a:pathLst>
                <a:path h="1089805" w="1319447">
                  <a:moveTo>
                    <a:pt x="15510" y="0"/>
                  </a:moveTo>
                  <a:lnTo>
                    <a:pt x="1303937" y="0"/>
                  </a:lnTo>
                  <a:cubicBezTo>
                    <a:pt x="1312503" y="0"/>
                    <a:pt x="1319447" y="6944"/>
                    <a:pt x="1319447" y="15510"/>
                  </a:cubicBezTo>
                  <a:lnTo>
                    <a:pt x="1319447" y="1074296"/>
                  </a:lnTo>
                  <a:cubicBezTo>
                    <a:pt x="1319447" y="1082862"/>
                    <a:pt x="1312503" y="1089805"/>
                    <a:pt x="1303937" y="1089805"/>
                  </a:cubicBezTo>
                  <a:lnTo>
                    <a:pt x="15510" y="1089805"/>
                  </a:lnTo>
                  <a:cubicBezTo>
                    <a:pt x="6944" y="1089805"/>
                    <a:pt x="0" y="1082862"/>
                    <a:pt x="0" y="1074296"/>
                  </a:cubicBezTo>
                  <a:lnTo>
                    <a:pt x="0" y="15510"/>
                  </a:lnTo>
                  <a:cubicBezTo>
                    <a:pt x="0" y="6944"/>
                    <a:pt x="6944" y="0"/>
                    <a:pt x="15510" y="0"/>
                  </a:cubicBez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319447" cy="1137430"/>
            </a:xfrm>
            <a:prstGeom prst="rect">
              <a:avLst/>
            </a:prstGeom>
          </p:spPr>
          <p:txBody>
            <a:bodyPr anchor="ctr" rtlCol="false" tIns="64814" lIns="64814" bIns="64814" rIns="64814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187514" y="2951794"/>
            <a:ext cx="1360208" cy="1360208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070A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64814" lIns="64814" bIns="64814" rIns="64814"/>
            <a:lstStyle/>
            <a:p>
              <a:pPr algn="ctr" marL="0" indent="0" lvl="1">
                <a:lnSpc>
                  <a:spcPts val="514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495745" y="3302741"/>
            <a:ext cx="5604741" cy="4535238"/>
            <a:chOff x="0" y="0"/>
            <a:chExt cx="1346804" cy="10898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46804" cy="1089805"/>
            </a:xfrm>
            <a:custGeom>
              <a:avLst/>
              <a:gdLst/>
              <a:ahLst/>
              <a:cxnLst/>
              <a:rect r="r" b="b" t="t" l="l"/>
              <a:pathLst>
                <a:path h="1089805" w="1346804">
                  <a:moveTo>
                    <a:pt x="15194" y="0"/>
                  </a:moveTo>
                  <a:lnTo>
                    <a:pt x="1331610" y="0"/>
                  </a:lnTo>
                  <a:cubicBezTo>
                    <a:pt x="1335639" y="0"/>
                    <a:pt x="1339504" y="1601"/>
                    <a:pt x="1342354" y="4450"/>
                  </a:cubicBezTo>
                  <a:cubicBezTo>
                    <a:pt x="1345203" y="7300"/>
                    <a:pt x="1346804" y="11165"/>
                    <a:pt x="1346804" y="15194"/>
                  </a:cubicBezTo>
                  <a:lnTo>
                    <a:pt x="1346804" y="1074611"/>
                  </a:lnTo>
                  <a:cubicBezTo>
                    <a:pt x="1346804" y="1083003"/>
                    <a:pt x="1340001" y="1089805"/>
                    <a:pt x="1331610" y="1089805"/>
                  </a:cubicBezTo>
                  <a:lnTo>
                    <a:pt x="15194" y="1089805"/>
                  </a:lnTo>
                  <a:cubicBezTo>
                    <a:pt x="6803" y="1089805"/>
                    <a:pt x="0" y="1083003"/>
                    <a:pt x="0" y="1074611"/>
                  </a:cubicBezTo>
                  <a:lnTo>
                    <a:pt x="0" y="15194"/>
                  </a:lnTo>
                  <a:cubicBezTo>
                    <a:pt x="0" y="6803"/>
                    <a:pt x="6803" y="0"/>
                    <a:pt x="15194" y="0"/>
                  </a:cubicBez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346804" cy="1137430"/>
            </a:xfrm>
            <a:prstGeom prst="rect">
              <a:avLst/>
            </a:prstGeom>
          </p:spPr>
          <p:txBody>
            <a:bodyPr anchor="ctr" rtlCol="false" tIns="64814" lIns="64814" bIns="64814" rIns="64814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858035" y="2951794"/>
            <a:ext cx="1360208" cy="1360208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070A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64814" lIns="64814" bIns="64814" rIns="64814"/>
            <a:lstStyle/>
            <a:p>
              <a:pPr algn="ctr" marL="0" indent="0" lvl="1">
                <a:lnSpc>
                  <a:spcPts val="5141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3867618" y="4539697"/>
            <a:ext cx="4986417" cy="2792394"/>
          </a:xfrm>
          <a:custGeom>
            <a:avLst/>
            <a:gdLst/>
            <a:ahLst/>
            <a:cxnLst/>
            <a:rect r="r" b="b" t="t" l="l"/>
            <a:pathLst>
              <a:path h="2792394" w="4986417">
                <a:moveTo>
                  <a:pt x="0" y="0"/>
                </a:moveTo>
                <a:lnTo>
                  <a:pt x="4986417" y="0"/>
                </a:lnTo>
                <a:lnTo>
                  <a:pt x="4986417" y="2792393"/>
                </a:lnTo>
                <a:lnTo>
                  <a:pt x="0" y="27923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865312" y="4539697"/>
            <a:ext cx="4914399" cy="2792394"/>
          </a:xfrm>
          <a:custGeom>
            <a:avLst/>
            <a:gdLst/>
            <a:ahLst/>
            <a:cxnLst/>
            <a:rect r="r" b="b" t="t" l="l"/>
            <a:pathLst>
              <a:path h="2792394" w="4914399">
                <a:moveTo>
                  <a:pt x="0" y="0"/>
                </a:moveTo>
                <a:lnTo>
                  <a:pt x="4914399" y="0"/>
                </a:lnTo>
                <a:lnTo>
                  <a:pt x="4914399" y="2792393"/>
                </a:lnTo>
                <a:lnTo>
                  <a:pt x="0" y="27923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820" t="0" r="-682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3205663" y="3188441"/>
            <a:ext cx="1275420" cy="1018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16"/>
              </a:lnSpc>
              <a:spcBef>
                <a:spcPct val="0"/>
              </a:spcBef>
            </a:pPr>
            <a:r>
              <a:rPr lang="en-US" sz="6011">
                <a:solidFill>
                  <a:srgbClr val="FFFFFF"/>
                </a:solidFill>
                <a:latin typeface="Carelia"/>
                <a:ea typeface="Carelia"/>
                <a:cs typeface="Carelia"/>
                <a:sym typeface="Carelia"/>
              </a:rPr>
              <a:t>01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858035" y="3188441"/>
            <a:ext cx="1275420" cy="1018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16"/>
              </a:lnSpc>
              <a:spcBef>
                <a:spcPct val="0"/>
              </a:spcBef>
            </a:pPr>
            <a:r>
              <a:rPr lang="en-US" sz="6011">
                <a:solidFill>
                  <a:srgbClr val="FFFFFF"/>
                </a:solidFill>
                <a:latin typeface="Carelia"/>
                <a:ea typeface="Carelia"/>
                <a:cs typeface="Carelia"/>
                <a:sym typeface="Carelia"/>
              </a:rPr>
              <a:t>02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642858" y="5591590"/>
            <a:ext cx="3748496" cy="3666710"/>
          </a:xfrm>
          <a:custGeom>
            <a:avLst/>
            <a:gdLst/>
            <a:ahLst/>
            <a:cxnLst/>
            <a:rect r="r" b="b" t="t" l="l"/>
            <a:pathLst>
              <a:path h="3666710" w="3748496">
                <a:moveTo>
                  <a:pt x="0" y="0"/>
                </a:moveTo>
                <a:lnTo>
                  <a:pt x="3748496" y="0"/>
                </a:lnTo>
                <a:lnTo>
                  <a:pt x="3748496" y="3666710"/>
                </a:lnTo>
                <a:lnTo>
                  <a:pt x="0" y="36667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57225" cap="sq">
              <a:solidFill>
                <a:srgbClr val="1E3F48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81659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2802989" y="6891657"/>
            <a:ext cx="5632223" cy="3942556"/>
          </a:xfrm>
          <a:custGeom>
            <a:avLst/>
            <a:gdLst/>
            <a:ahLst/>
            <a:cxnLst/>
            <a:rect r="r" b="b" t="t" l="l"/>
            <a:pathLst>
              <a:path h="3942556" w="5632223">
                <a:moveTo>
                  <a:pt x="0" y="0"/>
                </a:moveTo>
                <a:lnTo>
                  <a:pt x="5632223" y="0"/>
                </a:lnTo>
                <a:lnTo>
                  <a:pt x="5632223" y="3942556"/>
                </a:lnTo>
                <a:lnTo>
                  <a:pt x="0" y="39425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921101" y="7200900"/>
            <a:ext cx="6484642" cy="4114800"/>
          </a:xfrm>
          <a:custGeom>
            <a:avLst/>
            <a:gdLst/>
            <a:ahLst/>
            <a:cxnLst/>
            <a:rect r="r" b="b" t="t" l="l"/>
            <a:pathLst>
              <a:path h="4114800" w="6484642">
                <a:moveTo>
                  <a:pt x="0" y="0"/>
                </a:moveTo>
                <a:lnTo>
                  <a:pt x="6484642" y="0"/>
                </a:lnTo>
                <a:lnTo>
                  <a:pt x="64846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483456" y="3214382"/>
            <a:ext cx="13321088" cy="3658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97"/>
              </a:lnSpc>
            </a:pPr>
            <a:r>
              <a:rPr lang="en-US" sz="10569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Thank's For Watching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DAGzwd0hQl0</dc:identifier>
  <dcterms:modified xsi:type="dcterms:W3CDTF">2011-08-01T06:04:30Z</dcterms:modified>
  <cp:revision>1</cp:revision>
  <dc:title>White Illustrative Creative Literature Project Presentation</dc:title>
</cp:coreProperties>
</file>